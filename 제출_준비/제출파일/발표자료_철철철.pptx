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177aee41-f80b-d3d6-285a-2e3c4c09301e}">
          <p14:sldIdLst>
            <p14:sldId id="256"/>
          </p14:sldIdLst>
        </p14:section>
        <p14:section name="문제와 해결" id="{f9aa2a1a-e409-1224-3745-6625f5a5901b}">
          <p14:sldIdLst>
            <p14:sldId id="257"/>
            <p14:sldId id="258"/>
          </p14:sldIdLst>
        </p14:section>
        <p14:section name="Agent 구조" id="{877b9027-a783-0d5b-337e-cb6cf11432f7}">
          <p14:sldIdLst>
            <p14:sldId id="259"/>
            <p14:sldId id="260"/>
          </p14:sldIdLst>
        </p14:section>
        <p14:section name="핵심 기능과 시연" id="{eac9b71b-fe80-508c-e511-97be855faf57}">
          <p14:sldIdLst>
            <p14:sldId id="261"/>
            <p14:sldId id="262"/>
          </p14:sldIdLst>
        </p14:section>
        <p14:section name="성과와 다음 단계" id="{ab0f49ac-4f56-3be1-e616-abd5a6c914d6}">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철철철 팀입니다. 축제 민원을 건수가 아니라 심각도로 정리해서, 운영자가 지금 무엇부터 해야 하는지 바로 보여 주는 AI 에이전트를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축제에는 주차나 가격 민원이 많이 들어오고, 안전 민원은 적게 들어옵니다. 건수 순서로 보면 어두운 길이나 인파 밀림 같은 안전 민원이 뒤로 밀립니다. 그래서 저희는 순위를 건수가 아니라 심각도로 매깁니다. 개발용 합성 데이터에서 건수 1위는 주차였지만, 심각도 1위는 안전이었습니다.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사용자는 축제 운영 담당 주무관입니다. 방문객은 구역마다 붙은 QR로 이름 없이 민원을 남깁니다. 에이전트가 민원을 분류하고 심각도로 순위를 매겨서, 지금 먼저 할 일과 담당 부서에 보낼 요청서까지 만들어 둡니다. 운영자는 이 한 화면을 보고 지시만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에이전트는 다섯 개입니다. 접수된 민원은 분류 에이전트가 바로 처리하고, 판단은 주기마다 돕니다. 계획 에이전트가 이번 주기에 무엇을 할지 정하면, 감시·조치·통합 에이전트가 각자 필요한 도구를 불러 결과를 냅니다. 어떤 도구를 언제 불렀는지는 화면에서 그대로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중요한 원칙이 하나 있습니다. 심각도 점수는 AI가 정하지 않습니다. 건수, 안전 여부, 급증, 미조치 시간을 넣으면 공개된 계산식이 등급을 냅니다. 감시 에이전트는 이 계산 함수를 도구로 부를 뿐이라, 같은 상황이면 항상 같은 순서가 나옵니다. 안전 가중과 즉시 기준은 행정안전부 매뉴얼과 가이드라인을 대조해 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기능은 여섯 가지입니다. QR 접수와 개인정보 가림, 자동 분류와 확인 필요 처리, 관제 카드와 브리핑, 담당 부서 조치요청서, 조치 상태 반영, 그리고 설정만 바꿔 다른 축제로 옮기는 것입니다. 오른쪽은 에이전트가 실제로 부른 도구 기록 화면입니다.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(시연영상 재생, 2분 57초) 실제 입력부터 에이전트 판단, 도구 호출, 결과까지 이어서 보여 드리겠습니다. 배경 민원은 시연용으로 만든 가상 민원입니다.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개발 단계 결과입니다. 정상, 모호, 데이터 없음, API 오류, 악의적 입력 다섯 가지 대표 테스트를 모두 통과했고, 합성 민원 32건에서 분류 정확도는 96.9%였습니다. 프롬프트 공격 점검 26건도 모두 통과했습니다. 이태원 참사 당일 공개된 112 신고를 시간순으로 넣었을 때, 첫 신고 시각인 18시 34분에 바로 '즉시' 등급이 떴습니다. 이 재현은 규칙 분류로 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고객은 시군의 축제 담당 부서입니다. 경상남도만 해도 18개 시군에 축제가 135개 있습니다. 행사 단위 패키지로 시작해 연간 구독으로 넓히고, 금액은 실증을 거쳐 정하려 합니다. 구역, 부서, 민원 유형이 설정 데이터라서 다른 축제로 옮길 때 코드를 고치지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한계도 분명합니다. 아직 합성 데이터로만 검증했고, 응답 지연은 다섯 번만 쟀으며, 관리자 로그인이 없습니다. 다음 단계는 실제 축제 민원으로 다시 검증하고, 시군 축제에서 실증하는 것입니다.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E131C"/>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E13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100" dirty="0">
                <a:solidFill>
                  <a:schemeClr val="tx2"/>
                </a:solidFill>
              </a:rPr>
              <a:t>팀 철철철 · 실시간 축제 민원 관제 AI Agent</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097280"/>
            <a:ext cx="5486400" cy="365760"/>
          </a:xfrm>
          <a:prstGeom prst="rect">
            <a:avLst/>
          </a:prstGeom>
          <a:noFill/>
          <a:ln/>
        </p:spPr>
        <p:txBody>
          <a:bodyPr wrap="square" lIns="0" tIns="0" rIns="0" bIns="0" rtlCol="0" anchor="t"/>
          <a:lstStyle/>
          <a:p>
            <a:pPr indent="0" marL="0">
              <a:buNone/>
            </a:pPr>
            <a:r>
              <a:rPr lang="en-US" sz="1600" b="1" spc="200" kern="0" dirty="0">
                <a:solidFill>
                  <a:schemeClr val="accent1"/>
                </a:solidFill>
                <a:latin typeface="Malgun Gothic" pitchFamily="34" charset="0"/>
                <a:ea typeface="Malgun Gothic" pitchFamily="34" charset="-122"/>
                <a:cs typeface="Malgun Gothic" pitchFamily="34" charset="-120"/>
              </a:rPr>
              <a:t>진주남강유등축제 · 민원 관제</a:t>
            </a:r>
            <a:endParaRPr lang="en-US" sz="1600" dirty="0"/>
          </a:p>
        </p:txBody>
      </p:sp>
      <p:sp>
        <p:nvSpPr>
          <p:cNvPr id="3" name="Text 1"/>
          <p:cNvSpPr txBox="1"/>
          <p:nvPr/>
        </p:nvSpPr>
        <p:spPr>
          <a:xfrm>
            <a:off x="640080" y="1645920"/>
            <a:ext cx="5669280" cy="1737360"/>
          </a:xfrm>
          <a:prstGeom prst="rect">
            <a:avLst/>
          </a:prstGeom>
          <a:noFill/>
          <a:ln/>
        </p:spPr>
        <p:txBody>
          <a:bodyPr wrap="square" lIns="0" tIns="0" rIns="0" bIns="0" rtlCol="0" anchor="t"/>
          <a:lstStyle/>
          <a:p>
            <a:pPr indent="0" marL="0">
              <a:buNone/>
            </a:pPr>
            <a:r>
              <a:rPr lang="en-US" sz="4400" b="1" dirty="0">
                <a:solidFill>
                  <a:schemeClr val="tx1"/>
                </a:solidFill>
                <a:latin typeface="Malgun Gothic" pitchFamily="34" charset="0"/>
                <a:ea typeface="Malgun Gothic" pitchFamily="34" charset="-122"/>
                <a:cs typeface="Malgun Gothic" pitchFamily="34" charset="-120"/>
              </a:rPr>
              <a:t>실시간 축제 민원 관제</a:t>
            </a:r>
            <a:endParaRPr lang="en-US" sz="4400" dirty="0"/>
          </a:p>
          <a:p>
            <a:pPr indent="0" marL="0">
              <a:buNone/>
            </a:pPr>
            <a:r>
              <a:rPr lang="en-US" sz="4400" b="1" dirty="0">
                <a:solidFill>
                  <a:srgbClr val="5CC8E8"/>
                </a:solidFill>
                <a:latin typeface="Malgun Gothic" pitchFamily="34" charset="0"/>
                <a:ea typeface="Malgun Gothic" pitchFamily="34" charset="-122"/>
                <a:cs typeface="Malgun Gothic" pitchFamily="34" charset="-120"/>
              </a:rPr>
              <a:t>AI Agent</a:t>
            </a:r>
            <a:endParaRPr lang="en-US" sz="4400" dirty="0"/>
          </a:p>
        </p:txBody>
      </p:sp>
      <p:sp>
        <p:nvSpPr>
          <p:cNvPr id="4" name="Text 2"/>
          <p:cNvSpPr txBox="1"/>
          <p:nvPr/>
        </p:nvSpPr>
        <p:spPr>
          <a:xfrm>
            <a:off x="640080" y="3566160"/>
            <a:ext cx="5486400" cy="457200"/>
          </a:xfrm>
          <a:prstGeom prst="rect">
            <a:avLst/>
          </a:prstGeom>
          <a:noFill/>
          <a:ln/>
        </p:spPr>
        <p:txBody>
          <a:bodyPr wrap="square" lIns="0" tIns="0" rIns="0" bIns="0" rtlCol="0" anchor="t"/>
          <a:lstStyle/>
          <a:p>
            <a:pPr indent="0" marL="0">
              <a:buNone/>
            </a:pPr>
            <a:r>
              <a:rPr lang="en-US" sz="2400" dirty="0">
                <a:solidFill>
                  <a:schemeClr val="tx2"/>
                </a:solidFill>
                <a:latin typeface="Malgun Gothic" pitchFamily="34" charset="0"/>
                <a:ea typeface="Malgun Gothic" pitchFamily="34" charset="-122"/>
                <a:cs typeface="Malgun Gothic" pitchFamily="34" charset="-120"/>
              </a:rPr>
              <a:t>건수가 아니라 심각도로 봅니다</a:t>
            </a:r>
            <a:endParaRPr lang="en-US" sz="2400" dirty="0"/>
          </a:p>
        </p:txBody>
      </p:sp>
      <p:sp>
        <p:nvSpPr>
          <p:cNvPr id="5" name="Text 3"/>
          <p:cNvSpPr txBox="1"/>
          <p:nvPr/>
        </p:nvSpPr>
        <p:spPr>
          <a:xfrm>
            <a:off x="640080" y="4846320"/>
            <a:ext cx="5669280" cy="822960"/>
          </a:xfrm>
          <a:prstGeom prst="rect">
            <a:avLst/>
          </a:prstGeom>
          <a:noFill/>
          <a:ln/>
        </p:spPr>
        <p:txBody>
          <a:bodyPr wrap="square" lIns="0" tIns="0" rIns="0" bIns="0" rtlCol="0" anchor="t"/>
          <a:lstStyle/>
          <a:p>
            <a:pPr indent="0" marL="0">
              <a:lnSpc>
                <a:spcPct val="130000"/>
              </a:lnSpc>
              <a:buNone/>
            </a:pPr>
            <a:r>
              <a:rPr lang="en-US" sz="1600" dirty="0">
                <a:solidFill>
                  <a:schemeClr val="tx2"/>
                </a:solidFill>
                <a:latin typeface="Malgun Gothic" pitchFamily="34" charset="0"/>
                <a:ea typeface="Malgun Gothic" pitchFamily="34" charset="-122"/>
                <a:cs typeface="Malgun Gothic" pitchFamily="34" charset="-120"/>
              </a:rPr>
              <a:t>팀 철철철 · 강은진 · 김동우</a:t>
            </a:r>
            <a:endParaRPr lang="en-US" sz="1600" dirty="0"/>
          </a:p>
          <a:p>
            <a:pPr indent="0" marL="0">
              <a:lnSpc>
                <a:spcPct val="130000"/>
              </a:lnSpc>
              <a:buNone/>
            </a:pPr>
            <a:r>
              <a:rPr lang="en-US" sz="1600" dirty="0">
                <a:solidFill>
                  <a:schemeClr val="tx2"/>
                </a:solidFill>
                <a:latin typeface="Malgun Gothic" pitchFamily="34" charset="0"/>
                <a:ea typeface="Malgun Gothic" pitchFamily="34" charset="-122"/>
                <a:cs typeface="Malgun Gothic" pitchFamily="34" charset="-120"/>
              </a:rPr>
              <a:t>인제대학교 · 대학부 ⑤ 경남 지역혁신·공공서비스</a:t>
            </a:r>
            <a:endParaRPr lang="en-US" sz="1600" dirty="0"/>
          </a:p>
        </p:txBody>
      </p:sp>
      <p:sp>
        <p:nvSpPr>
          <p:cNvPr id="6" name="관제 화면 캡처 틀"/>
          <p:cNvSpPr/>
          <p:nvPr/>
        </p:nvSpPr>
        <p:spPr>
          <a:xfrm>
            <a:off x="6638544" y="1335024"/>
            <a:ext cx="5010912" cy="2148840"/>
          </a:xfrm>
          <a:prstGeom prst="roundRect">
            <a:avLst>
              <a:gd name="adj" fmla="val 4255"/>
            </a:avLst>
          </a:prstGeom>
          <a:solidFill>
            <a:srgbClr val="000000"/>
          </a:solidFill>
          <a:ln w="12700">
            <a:solidFill>
              <a:srgbClr val="2A3550"/>
            </a:solidFill>
            <a:prstDash val="solid"/>
          </a:ln>
        </p:spPr>
      </p:sp>
      <p:pic>
        <p:nvPicPr>
          <p:cNvPr id="7" name="관제 화면 캡처" descr="C:\Users\12kjm\AppData\Local\Temp\claude\C--Users-12kjm-Desktop-ai---\e40e94dc-effb-494b-ade9-07578c2da15c\scratchpad\deck\img\brief.png">    </p:cNvPr>
          <p:cNvPicPr>
            <a:picLocks noChangeAspect="1"/>
          </p:cNvPicPr>
          <p:nvPr/>
        </p:nvPicPr>
        <p:blipFill>
          <a:blip r:embed="rId1"/>
          <a:stretch>
            <a:fillRect/>
          </a:stretch>
        </p:blipFill>
        <p:spPr>
          <a:xfrm>
            <a:off x="6675120" y="1371600"/>
            <a:ext cx="4937760" cy="2075688"/>
          </a:xfrm>
          <a:prstGeom prst="rect">
            <a:avLst/>
          </a:prstGeom>
        </p:spPr>
      </p:pic>
      <p:sp>
        <p:nvSpPr>
          <p:cNvPr id="8" name="Text 5"/>
          <p:cNvSpPr txBox="1"/>
          <p:nvPr/>
        </p:nvSpPr>
        <p:spPr>
          <a:xfrm>
            <a:off x="6675120" y="3611880"/>
            <a:ext cx="4937760" cy="274320"/>
          </a:xfrm>
          <a:prstGeom prst="rect">
            <a:avLst/>
          </a:prstGeom>
          <a:noFill/>
          <a:ln/>
        </p:spPr>
        <p:txBody>
          <a:bodyPr wrap="square" lIns="0" tIns="0" rIns="0" bIns="0" rtlCol="0" anchor="t"/>
          <a:lstStyle/>
          <a:p>
            <a:pPr indent="0" marL="0">
              <a:buNone/>
            </a:pPr>
            <a:r>
              <a:rPr lang="en-US" sz="1200" dirty="0">
                <a:solidFill>
                  <a:schemeClr val="tx2"/>
                </a:solidFill>
                <a:latin typeface="Malgun Gothic" pitchFamily="34" charset="0"/>
                <a:ea typeface="Malgun Gothic" pitchFamily="34" charset="-122"/>
                <a:cs typeface="Malgun Gothic" pitchFamily="34" charset="-120"/>
              </a:rPr>
              <a:t>실제 관제 화면 · 가상 민원으로 시연</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rPr>
              <a:t>안전 민원은 적게 들어와서 묻힙니다</a:t>
            </a:r>
            <a:endParaRPr lang="en-US" sz="3600" dirty="0"/>
          </a:p>
        </p:txBody>
      </p:sp>
      <p:sp>
        <p:nvSpPr>
          <p:cNvPr id="3" name="건수 기준 카드"/>
          <p:cNvSpPr/>
          <p:nvPr/>
        </p:nvSpPr>
        <p:spPr>
          <a:xfrm>
            <a:off x="822960" y="1554480"/>
            <a:ext cx="4663440" cy="3566160"/>
          </a:xfrm>
          <a:prstGeom prst="roundRect">
            <a:avLst>
              <a:gd name="adj" fmla="val 3846"/>
            </a:avLst>
          </a:prstGeom>
          <a:solidFill>
            <a:schemeClr val="bg2"/>
          </a:solidFill>
          <a:ln w="12700">
            <a:solidFill>
              <a:srgbClr val="2A3550"/>
            </a:solidFill>
            <a:prstDash val="solid"/>
          </a:ln>
        </p:spPr>
      </p:sp>
      <p:sp>
        <p:nvSpPr>
          <p:cNvPr id="4" name="Text 2"/>
          <p:cNvSpPr txBox="1"/>
          <p:nvPr/>
        </p:nvSpPr>
        <p:spPr>
          <a:xfrm>
            <a:off x="1097280" y="1828800"/>
            <a:ext cx="4114800" cy="365760"/>
          </a:xfrm>
          <a:prstGeom prst="rect">
            <a:avLst/>
          </a:prstGeom>
          <a:noFill/>
          <a:ln/>
        </p:spPr>
        <p:txBody>
          <a:bodyPr wrap="square" lIns="0" tIns="0" rIns="0" bIns="0" rtlCol="0" anchor="t"/>
          <a:lstStyle/>
          <a:p>
            <a:pPr algn="ctr" indent="0" marL="0">
              <a:buNone/>
            </a:pPr>
            <a:r>
              <a:rPr lang="en-US" sz="1800" dirty="0">
                <a:solidFill>
                  <a:schemeClr val="tx2"/>
                </a:solidFill>
                <a:latin typeface="Malgun Gothic" pitchFamily="34" charset="0"/>
                <a:ea typeface="Malgun Gothic" pitchFamily="34" charset="-122"/>
                <a:cs typeface="Malgun Gothic" pitchFamily="34" charset="-120"/>
              </a:rPr>
              <a:t>건수 순서로 보면</a:t>
            </a:r>
            <a:endParaRPr lang="en-US" sz="1800" dirty="0"/>
          </a:p>
        </p:txBody>
      </p:sp>
      <p:sp>
        <p:nvSpPr>
          <p:cNvPr id="5" name="Text 3"/>
          <p:cNvSpPr txBox="1"/>
          <p:nvPr/>
        </p:nvSpPr>
        <p:spPr>
          <a:xfrm>
            <a:off x="1097280" y="2377440"/>
            <a:ext cx="4114800" cy="457200"/>
          </a:xfrm>
          <a:prstGeom prst="rect">
            <a:avLst/>
          </a:prstGeom>
          <a:noFill/>
          <a:ln/>
        </p:spPr>
        <p:txBody>
          <a:bodyPr wrap="square" lIns="0" tIns="0" rIns="0" bIns="0" rtlCol="0" anchor="t"/>
          <a:lstStyle/>
          <a:p>
            <a:pPr algn="ctr" indent="0" marL="0">
              <a:buNone/>
            </a:pPr>
            <a:r>
              <a:rPr lang="en-US" sz="2200" b="1" dirty="0">
                <a:solidFill>
                  <a:schemeClr val="tx2"/>
                </a:solidFill>
                <a:latin typeface="Malgun Gothic" pitchFamily="34" charset="0"/>
                <a:ea typeface="Malgun Gothic" pitchFamily="34" charset="-122"/>
                <a:cs typeface="Malgun Gothic" pitchFamily="34" charset="-120"/>
              </a:rPr>
              <a:t>1위</a:t>
            </a:r>
            <a:endParaRPr lang="en-US" sz="2200" dirty="0"/>
          </a:p>
        </p:txBody>
      </p:sp>
      <p:sp>
        <p:nvSpPr>
          <p:cNvPr id="6" name="Text 4"/>
          <p:cNvSpPr txBox="1"/>
          <p:nvPr/>
        </p:nvSpPr>
        <p:spPr>
          <a:xfrm>
            <a:off x="1097280" y="2926080"/>
            <a:ext cx="4114800" cy="731520"/>
          </a:xfrm>
          <a:prstGeom prst="rect">
            <a:avLst/>
          </a:prstGeom>
          <a:noFill/>
          <a:ln/>
        </p:spPr>
        <p:txBody>
          <a:bodyPr wrap="square" lIns="0" tIns="0" rIns="0" bIns="0" rtlCol="0" anchor="t"/>
          <a:lstStyle/>
          <a:p>
            <a:pPr algn="ctr" indent="0" marL="0">
              <a:buNone/>
            </a:pPr>
            <a:r>
              <a:rPr lang="en-US" sz="3600" b="1" dirty="0">
                <a:solidFill>
                  <a:schemeClr val="tx2"/>
                </a:solidFill>
                <a:latin typeface="Malgun Gothic" pitchFamily="34" charset="0"/>
                <a:ea typeface="Malgun Gothic" pitchFamily="34" charset="-122"/>
                <a:cs typeface="Malgun Gothic" pitchFamily="34" charset="-120"/>
              </a:rPr>
              <a:t>주차/교통 54건</a:t>
            </a:r>
            <a:endParaRPr lang="en-US" sz="3600" dirty="0"/>
          </a:p>
        </p:txBody>
      </p:sp>
      <p:sp>
        <p:nvSpPr>
          <p:cNvPr id="7" name="Text 5"/>
          <p:cNvSpPr txBox="1"/>
          <p:nvPr/>
        </p:nvSpPr>
        <p:spPr>
          <a:xfrm>
            <a:off x="2651760" y="3931920"/>
            <a:ext cx="1005840" cy="411480"/>
          </a:xfrm>
          <a:prstGeom prst="roundRect">
            <a:avLst>
              <a:gd name="adj" fmla="val 48889"/>
            </a:avLst>
          </a:prstGeom>
          <a:solidFill>
            <a:srgbClr val="F2C94C"/>
          </a:solidFill>
          <a:ln/>
        </p:spPr>
        <p:txBody>
          <a:bodyPr wrap="square" lIns="0" tIns="0" rIns="0" bIns="0" rtlCol="0" anchor="ctr"/>
          <a:lstStyle/>
          <a:p>
            <a:pPr algn="ctr" indent="0" marL="0">
              <a:buNone/>
            </a:pPr>
            <a:r>
              <a:rPr lang="en-US" sz="1800" b="1" dirty="0">
                <a:solidFill>
                  <a:srgbClr val="1B1B1B"/>
                </a:solidFill>
              </a:rPr>
              <a:t>보통</a:t>
            </a:r>
            <a:endParaRPr lang="en-US" sz="1800" dirty="0"/>
          </a:p>
        </p:txBody>
      </p:sp>
      <p:sp>
        <p:nvSpPr>
          <p:cNvPr id="8" name="Text 6"/>
          <p:cNvSpPr txBox="1"/>
          <p:nvPr/>
        </p:nvSpPr>
        <p:spPr>
          <a:xfrm>
            <a:off x="5577840" y="2926080"/>
            <a:ext cx="1005840" cy="731520"/>
          </a:xfrm>
          <a:prstGeom prst="rect">
            <a:avLst/>
          </a:prstGeom>
          <a:noFill/>
          <a:ln/>
        </p:spPr>
        <p:txBody>
          <a:bodyPr wrap="square" lIns="0" tIns="0" rIns="0" bIns="0" rtlCol="0" anchor="t"/>
          <a:lstStyle/>
          <a:p>
            <a:pPr algn="ctr" indent="0" marL="0">
              <a:buNone/>
            </a:pPr>
            <a:r>
              <a:rPr lang="en-US" sz="4000" dirty="0">
                <a:solidFill>
                  <a:schemeClr val="tx2"/>
                </a:solidFill>
                <a:latin typeface="Malgun Gothic" pitchFamily="34" charset="0"/>
                <a:ea typeface="Malgun Gothic" pitchFamily="34" charset="-122"/>
                <a:cs typeface="Malgun Gothic" pitchFamily="34" charset="-120"/>
              </a:rPr>
              <a:t>→</a:t>
            </a:r>
            <a:endParaRPr lang="en-US" sz="4000" dirty="0"/>
          </a:p>
        </p:txBody>
      </p:sp>
      <p:sp>
        <p:nvSpPr>
          <p:cNvPr id="9" name="심각도 기준 카드"/>
          <p:cNvSpPr/>
          <p:nvPr/>
        </p:nvSpPr>
        <p:spPr>
          <a:xfrm>
            <a:off x="6675120" y="1554480"/>
            <a:ext cx="4663440" cy="3566160"/>
          </a:xfrm>
          <a:prstGeom prst="roundRect">
            <a:avLst>
              <a:gd name="adj" fmla="val 3846"/>
            </a:avLst>
          </a:prstGeom>
          <a:solidFill>
            <a:schemeClr val="bg2"/>
          </a:solidFill>
          <a:ln w="12700">
            <a:solidFill>
              <a:srgbClr val="2A3550"/>
            </a:solidFill>
            <a:prstDash val="solid"/>
          </a:ln>
        </p:spPr>
      </p:sp>
      <p:sp>
        <p:nvSpPr>
          <p:cNvPr id="10" name="Text 8"/>
          <p:cNvSpPr txBox="1"/>
          <p:nvPr/>
        </p:nvSpPr>
        <p:spPr>
          <a:xfrm>
            <a:off x="6949440" y="1828800"/>
            <a:ext cx="4114800" cy="365760"/>
          </a:xfrm>
          <a:prstGeom prst="rect">
            <a:avLst/>
          </a:prstGeom>
          <a:noFill/>
          <a:ln/>
        </p:spPr>
        <p:txBody>
          <a:bodyPr wrap="square" lIns="0" tIns="0" rIns="0" bIns="0" rtlCol="0" anchor="t"/>
          <a:lstStyle/>
          <a:p>
            <a:pPr algn="ctr" indent="0" marL="0">
              <a:buNone/>
            </a:pPr>
            <a:r>
              <a:rPr lang="en-US" sz="1800" dirty="0">
                <a:solidFill>
                  <a:schemeClr val="tx2"/>
                </a:solidFill>
                <a:latin typeface="Malgun Gothic" pitchFamily="34" charset="0"/>
                <a:ea typeface="Malgun Gothic" pitchFamily="34" charset="-122"/>
                <a:cs typeface="Malgun Gothic" pitchFamily="34" charset="-120"/>
              </a:rPr>
              <a:t>심각도 순서로 보면</a:t>
            </a:r>
            <a:endParaRPr lang="en-US" sz="1800" dirty="0"/>
          </a:p>
        </p:txBody>
      </p:sp>
      <p:sp>
        <p:nvSpPr>
          <p:cNvPr id="11" name="Text 9"/>
          <p:cNvSpPr txBox="1"/>
          <p:nvPr/>
        </p:nvSpPr>
        <p:spPr>
          <a:xfrm>
            <a:off x="6949440" y="2377440"/>
            <a:ext cx="4114800" cy="457200"/>
          </a:xfrm>
          <a:prstGeom prst="rect">
            <a:avLst/>
          </a:prstGeom>
          <a:noFill/>
          <a:ln/>
        </p:spPr>
        <p:txBody>
          <a:bodyPr wrap="square" lIns="0" tIns="0" rIns="0" bIns="0" rtlCol="0" anchor="t"/>
          <a:lstStyle/>
          <a:p>
            <a:pPr algn="ctr" indent="0" marL="0">
              <a:buNone/>
            </a:pPr>
            <a:r>
              <a:rPr lang="en-US" sz="2200" b="1" dirty="0">
                <a:solidFill>
                  <a:schemeClr val="tx2"/>
                </a:solidFill>
                <a:latin typeface="Malgun Gothic" pitchFamily="34" charset="0"/>
                <a:ea typeface="Malgun Gothic" pitchFamily="34" charset="-122"/>
                <a:cs typeface="Malgun Gothic" pitchFamily="34" charset="-120"/>
              </a:rPr>
              <a:t>1위</a:t>
            </a:r>
            <a:endParaRPr lang="en-US" sz="2200" dirty="0"/>
          </a:p>
        </p:txBody>
      </p:sp>
      <p:sp>
        <p:nvSpPr>
          <p:cNvPr id="12" name="Text 10"/>
          <p:cNvSpPr txBox="1"/>
          <p:nvPr/>
        </p:nvSpPr>
        <p:spPr>
          <a:xfrm>
            <a:off x="6949440" y="2926080"/>
            <a:ext cx="4114800" cy="731520"/>
          </a:xfrm>
          <a:prstGeom prst="rect">
            <a:avLst/>
          </a:prstGeom>
          <a:noFill/>
          <a:ln/>
        </p:spPr>
        <p:txBody>
          <a:bodyPr wrap="square" lIns="0" tIns="0" rIns="0" bIns="0" rtlCol="0" anchor="t"/>
          <a:lstStyle/>
          <a:p>
            <a:pPr algn="ctr" indent="0" marL="0">
              <a:buNone/>
            </a:pPr>
            <a:r>
              <a:rPr lang="en-US" sz="4000" b="1" dirty="0">
                <a:solidFill>
                  <a:schemeClr val="accent1"/>
                </a:solidFill>
                <a:latin typeface="Malgun Gothic" pitchFamily="34" charset="0"/>
                <a:ea typeface="Malgun Gothic" pitchFamily="34" charset="-122"/>
                <a:cs typeface="Malgun Gothic" pitchFamily="34" charset="-120"/>
              </a:rPr>
              <a:t>안전 11건</a:t>
            </a:r>
            <a:endParaRPr lang="en-US" sz="4000" dirty="0"/>
          </a:p>
        </p:txBody>
      </p:sp>
      <p:sp>
        <p:nvSpPr>
          <p:cNvPr id="13" name="Text 11"/>
          <p:cNvSpPr txBox="1"/>
          <p:nvPr/>
        </p:nvSpPr>
        <p:spPr>
          <a:xfrm>
            <a:off x="8503920" y="3931920"/>
            <a:ext cx="1005840" cy="411480"/>
          </a:xfrm>
          <a:prstGeom prst="roundRect">
            <a:avLst>
              <a:gd name="adj" fmla="val 48889"/>
            </a:avLst>
          </a:prstGeom>
          <a:solidFill>
            <a:srgbClr val="A84D00"/>
          </a:solidFill>
          <a:ln/>
        </p:spPr>
        <p:txBody>
          <a:bodyPr wrap="square" lIns="0" tIns="0" rIns="0" bIns="0" rtlCol="0" anchor="ctr"/>
          <a:lstStyle/>
          <a:p>
            <a:pPr algn="ctr" indent="0" marL="0">
              <a:buNone/>
            </a:pPr>
            <a:r>
              <a:rPr lang="en-US" sz="1800" b="1" dirty="0">
                <a:solidFill>
                  <a:srgbClr val="FFFFFF"/>
                </a:solidFill>
              </a:rPr>
              <a:t>높음</a:t>
            </a:r>
            <a:endParaRPr lang="en-US" sz="1800" dirty="0"/>
          </a:p>
        </p:txBody>
      </p:sp>
      <p:sp>
        <p:nvSpPr>
          <p:cNvPr id="14" name="Text 12"/>
          <p:cNvSpPr txBox="1"/>
          <p:nvPr/>
        </p:nvSpPr>
        <p:spPr>
          <a:xfrm>
            <a:off x="822960" y="5486400"/>
            <a:ext cx="10515600" cy="365760"/>
          </a:xfrm>
          <a:prstGeom prst="rect">
            <a:avLst/>
          </a:prstGeom>
          <a:noFill/>
          <a:ln/>
        </p:spPr>
        <p:txBody>
          <a:bodyPr wrap="square" lIns="0" tIns="0" rIns="0" bIns="0" rtlCol="0" anchor="t"/>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개발용 합성 민원 160건 · 규칙 분류 기준</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rPr>
              <a:t>운영자는 ‘지금 할 일’ 한 화면만 봅니다</a:t>
            </a:r>
            <a:endParaRPr lang="en-US" sz="3600" dirty="0"/>
          </a:p>
        </p:txBody>
      </p:sp>
      <p:sp>
        <p:nvSpPr>
          <p:cNvPr id="3" name="Text 1"/>
          <p:cNvSpPr txBox="1"/>
          <p:nvPr/>
        </p:nvSpPr>
        <p:spPr>
          <a:xfrm>
            <a:off x="731520" y="1691640"/>
            <a:ext cx="548640" cy="548640"/>
          </a:xfrm>
          <a:prstGeom prst="ellipse">
            <a:avLst/>
          </a:prstGeom>
          <a:solidFill>
            <a:srgbClr val="2A3550"/>
          </a:solidFill>
          <a:ln/>
        </p:spPr>
        <p:txBody>
          <a:bodyPr wrap="square" lIns="0" tIns="0" rIns="0" bIns="0" rtlCol="0" anchor="ctr"/>
          <a:lstStyle/>
          <a:p>
            <a:pPr algn="ctr" indent="0" marL="0">
              <a:buNone/>
            </a:pPr>
            <a:r>
              <a:rPr lang="en-US" sz="2000" b="1" dirty="0">
                <a:solidFill>
                  <a:schemeClr val="accent1"/>
                </a:solidFill>
              </a:rPr>
              <a:t>1</a:t>
            </a:r>
            <a:endParaRPr lang="en-US" sz="2000" dirty="0"/>
          </a:p>
        </p:txBody>
      </p:sp>
      <p:sp>
        <p:nvSpPr>
          <p:cNvPr id="4" name="Text 2"/>
          <p:cNvSpPr txBox="1"/>
          <p:nvPr/>
        </p:nvSpPr>
        <p:spPr>
          <a:xfrm>
            <a:off x="1463040" y="1600200"/>
            <a:ext cx="4206240" cy="457200"/>
          </a:xfrm>
          <a:prstGeom prst="rect">
            <a:avLst/>
          </a:prstGeom>
          <a:noFill/>
          <a:ln/>
        </p:spPr>
        <p:txBody>
          <a:bodyPr wrap="square" lIns="0" tIns="0" rIns="0" bIns="0" rtlCol="0" anchor="t"/>
          <a:lstStyle/>
          <a:p>
            <a:pPr indent="0" marL="0">
              <a:buNone/>
            </a:pPr>
            <a:r>
              <a:rPr lang="en-US" sz="2400" b="1" dirty="0">
                <a:solidFill>
                  <a:schemeClr val="tx1"/>
                </a:solidFill>
                <a:latin typeface="Malgun Gothic" pitchFamily="34" charset="0"/>
                <a:ea typeface="Malgun Gothic" pitchFamily="34" charset="-122"/>
                <a:cs typeface="Malgun Gothic" pitchFamily="34" charset="-120"/>
              </a:rPr>
              <a:t>방문객이 QR로 민원 접수</a:t>
            </a:r>
            <a:endParaRPr lang="en-US" sz="2400" dirty="0"/>
          </a:p>
        </p:txBody>
      </p:sp>
      <p:sp>
        <p:nvSpPr>
          <p:cNvPr id="5" name="Text 3"/>
          <p:cNvSpPr txBox="1"/>
          <p:nvPr/>
        </p:nvSpPr>
        <p:spPr>
          <a:xfrm>
            <a:off x="1463040" y="2103120"/>
            <a:ext cx="4206240" cy="365760"/>
          </a:xfrm>
          <a:prstGeom prst="rect">
            <a:avLst/>
          </a:prstGeom>
          <a:noFill/>
          <a:ln/>
        </p:spPr>
        <p:txBody>
          <a:bodyPr wrap="square" lIns="0" tIns="0" rIns="0" bIns="0" rtlCol="0" anchor="t"/>
          <a:lstStyle/>
          <a:p>
            <a:pPr indent="0" marL="0">
              <a:buNone/>
            </a:pPr>
            <a:r>
              <a:rPr lang="en-US" sz="1800" dirty="0">
                <a:solidFill>
                  <a:schemeClr val="tx2"/>
                </a:solidFill>
                <a:latin typeface="Malgun Gothic" pitchFamily="34" charset="0"/>
                <a:ea typeface="Malgun Gothic" pitchFamily="34" charset="-122"/>
                <a:cs typeface="Malgun Gothic" pitchFamily="34" charset="-120"/>
              </a:rPr>
              <a:t>이름·연락처 없이</a:t>
            </a:r>
            <a:endParaRPr lang="en-US" sz="1800" dirty="0"/>
          </a:p>
        </p:txBody>
      </p:sp>
      <p:sp>
        <p:nvSpPr>
          <p:cNvPr id="6" name="Text 4"/>
          <p:cNvSpPr txBox="1"/>
          <p:nvPr/>
        </p:nvSpPr>
        <p:spPr>
          <a:xfrm>
            <a:off x="731520" y="3154680"/>
            <a:ext cx="548640" cy="548640"/>
          </a:xfrm>
          <a:prstGeom prst="ellipse">
            <a:avLst/>
          </a:prstGeom>
          <a:solidFill>
            <a:srgbClr val="2A3550"/>
          </a:solidFill>
          <a:ln/>
        </p:spPr>
        <p:txBody>
          <a:bodyPr wrap="square" lIns="0" tIns="0" rIns="0" bIns="0" rtlCol="0" anchor="ctr"/>
          <a:lstStyle/>
          <a:p>
            <a:pPr algn="ctr" indent="0" marL="0">
              <a:buNone/>
            </a:pPr>
            <a:r>
              <a:rPr lang="en-US" sz="2000" b="1" dirty="0">
                <a:solidFill>
                  <a:schemeClr val="accent1"/>
                </a:solidFill>
              </a:rPr>
              <a:t>2</a:t>
            </a:r>
            <a:endParaRPr lang="en-US" sz="2000" dirty="0"/>
          </a:p>
        </p:txBody>
      </p:sp>
      <p:sp>
        <p:nvSpPr>
          <p:cNvPr id="7" name="Text 5"/>
          <p:cNvSpPr txBox="1"/>
          <p:nvPr/>
        </p:nvSpPr>
        <p:spPr>
          <a:xfrm>
            <a:off x="1463040" y="3063240"/>
            <a:ext cx="4206240" cy="457200"/>
          </a:xfrm>
          <a:prstGeom prst="rect">
            <a:avLst/>
          </a:prstGeom>
          <a:noFill/>
          <a:ln/>
        </p:spPr>
        <p:txBody>
          <a:bodyPr wrap="square" lIns="0" tIns="0" rIns="0" bIns="0" rtlCol="0" anchor="t"/>
          <a:lstStyle/>
          <a:p>
            <a:pPr indent="0" marL="0">
              <a:buNone/>
            </a:pPr>
            <a:r>
              <a:rPr lang="en-US" sz="2400" b="1" dirty="0">
                <a:solidFill>
                  <a:schemeClr val="tx1"/>
                </a:solidFill>
                <a:latin typeface="Malgun Gothic" pitchFamily="34" charset="0"/>
                <a:ea typeface="Malgun Gothic" pitchFamily="34" charset="-122"/>
                <a:cs typeface="Malgun Gothic" pitchFamily="34" charset="-120"/>
              </a:rPr>
              <a:t>AI가 분류하고 심각도로 순위</a:t>
            </a:r>
            <a:endParaRPr lang="en-US" sz="2400" dirty="0"/>
          </a:p>
        </p:txBody>
      </p:sp>
      <p:sp>
        <p:nvSpPr>
          <p:cNvPr id="8" name="Text 6"/>
          <p:cNvSpPr txBox="1"/>
          <p:nvPr/>
        </p:nvSpPr>
        <p:spPr>
          <a:xfrm>
            <a:off x="1463040" y="3566160"/>
            <a:ext cx="4206240" cy="365760"/>
          </a:xfrm>
          <a:prstGeom prst="rect">
            <a:avLst/>
          </a:prstGeom>
          <a:noFill/>
          <a:ln/>
        </p:spPr>
        <p:txBody>
          <a:bodyPr wrap="square" lIns="0" tIns="0" rIns="0" bIns="0" rtlCol="0" anchor="t"/>
          <a:lstStyle/>
          <a:p>
            <a:pPr indent="0" marL="0">
              <a:buNone/>
            </a:pPr>
            <a:r>
              <a:rPr lang="en-US" sz="1800" dirty="0">
                <a:solidFill>
                  <a:schemeClr val="tx2"/>
                </a:solidFill>
                <a:latin typeface="Malgun Gothic" pitchFamily="34" charset="0"/>
                <a:ea typeface="Malgun Gothic" pitchFamily="34" charset="-122"/>
                <a:cs typeface="Malgun Gothic" pitchFamily="34" charset="-120"/>
              </a:rPr>
              <a:t>안전이 건수에 묻히지 않게</a:t>
            </a:r>
            <a:endParaRPr lang="en-US" sz="1800" dirty="0"/>
          </a:p>
        </p:txBody>
      </p:sp>
      <p:sp>
        <p:nvSpPr>
          <p:cNvPr id="9" name="Text 7"/>
          <p:cNvSpPr txBox="1"/>
          <p:nvPr/>
        </p:nvSpPr>
        <p:spPr>
          <a:xfrm>
            <a:off x="731520" y="4617720"/>
            <a:ext cx="548640" cy="548640"/>
          </a:xfrm>
          <a:prstGeom prst="ellipse">
            <a:avLst/>
          </a:prstGeom>
          <a:solidFill>
            <a:srgbClr val="2A3550"/>
          </a:solidFill>
          <a:ln/>
        </p:spPr>
        <p:txBody>
          <a:bodyPr wrap="square" lIns="0" tIns="0" rIns="0" bIns="0" rtlCol="0" anchor="ctr"/>
          <a:lstStyle/>
          <a:p>
            <a:pPr algn="ctr" indent="0" marL="0">
              <a:buNone/>
            </a:pPr>
            <a:r>
              <a:rPr lang="en-US" sz="2000" b="1" dirty="0">
                <a:solidFill>
                  <a:schemeClr val="accent1"/>
                </a:solidFill>
              </a:rPr>
              <a:t>3</a:t>
            </a:r>
            <a:endParaRPr lang="en-US" sz="2000" dirty="0"/>
          </a:p>
        </p:txBody>
      </p:sp>
      <p:sp>
        <p:nvSpPr>
          <p:cNvPr id="10" name="Text 8"/>
          <p:cNvSpPr txBox="1"/>
          <p:nvPr/>
        </p:nvSpPr>
        <p:spPr>
          <a:xfrm>
            <a:off x="1463040" y="4526280"/>
            <a:ext cx="4206240" cy="457200"/>
          </a:xfrm>
          <a:prstGeom prst="rect">
            <a:avLst/>
          </a:prstGeom>
          <a:noFill/>
          <a:ln/>
        </p:spPr>
        <p:txBody>
          <a:bodyPr wrap="square" lIns="0" tIns="0" rIns="0" bIns="0" rtlCol="0" anchor="t"/>
          <a:lstStyle/>
          <a:p>
            <a:pPr indent="0" marL="0">
              <a:buNone/>
            </a:pPr>
            <a:r>
              <a:rPr lang="en-US" sz="2400" b="1" dirty="0">
                <a:solidFill>
                  <a:schemeClr val="tx1"/>
                </a:solidFill>
                <a:latin typeface="Malgun Gothic" pitchFamily="34" charset="0"/>
                <a:ea typeface="Malgun Gothic" pitchFamily="34" charset="-122"/>
                <a:cs typeface="Malgun Gothic" pitchFamily="34" charset="-120"/>
              </a:rPr>
              <a:t>지금 할 일 · 담당 부서 요청서</a:t>
            </a:r>
            <a:endParaRPr lang="en-US" sz="2400" dirty="0"/>
          </a:p>
        </p:txBody>
      </p:sp>
      <p:sp>
        <p:nvSpPr>
          <p:cNvPr id="11" name="Text 9"/>
          <p:cNvSpPr txBox="1"/>
          <p:nvPr/>
        </p:nvSpPr>
        <p:spPr>
          <a:xfrm>
            <a:off x="1463040" y="5029200"/>
            <a:ext cx="4206240" cy="365760"/>
          </a:xfrm>
          <a:prstGeom prst="rect">
            <a:avLst/>
          </a:prstGeom>
          <a:noFill/>
          <a:ln/>
        </p:spPr>
        <p:txBody>
          <a:bodyPr wrap="square" lIns="0" tIns="0" rIns="0" bIns="0" rtlCol="0" anchor="t"/>
          <a:lstStyle/>
          <a:p>
            <a:pPr indent="0" marL="0">
              <a:buNone/>
            </a:pPr>
            <a:r>
              <a:rPr lang="en-US" sz="1800" dirty="0">
                <a:solidFill>
                  <a:schemeClr val="tx2"/>
                </a:solidFill>
                <a:latin typeface="Malgun Gothic" pitchFamily="34" charset="0"/>
                <a:ea typeface="Malgun Gothic" pitchFamily="34" charset="-122"/>
                <a:cs typeface="Malgun Gothic" pitchFamily="34" charset="-120"/>
              </a:rPr>
              <a:t>운영자는 확인하고 지시만</a:t>
            </a:r>
            <a:endParaRPr lang="en-US" sz="1800" dirty="0"/>
          </a:p>
        </p:txBody>
      </p:sp>
      <p:sp>
        <p:nvSpPr>
          <p:cNvPr id="12" name="1번 카드 캡처 틀"/>
          <p:cNvSpPr/>
          <p:nvPr/>
        </p:nvSpPr>
        <p:spPr>
          <a:xfrm>
            <a:off x="5998464" y="1426464"/>
            <a:ext cx="5650992" cy="3474720"/>
          </a:xfrm>
          <a:prstGeom prst="roundRect">
            <a:avLst>
              <a:gd name="adj" fmla="val 2632"/>
            </a:avLst>
          </a:prstGeom>
          <a:solidFill>
            <a:srgbClr val="000000"/>
          </a:solidFill>
          <a:ln w="12700">
            <a:solidFill>
              <a:srgbClr val="2A3550"/>
            </a:solidFill>
            <a:prstDash val="solid"/>
          </a:ln>
        </p:spPr>
      </p:sp>
      <p:pic>
        <p:nvPicPr>
          <p:cNvPr id="13" name="1번 카드 캡처" descr="C:\Users\12kjm\AppData\Local\Temp\claude\C--Users-12kjm-Desktop-ai---\e40e94dc-effb-494b-ade9-07578c2da15c\scratchpad\deck\img\card.png">    </p:cNvPr>
          <p:cNvPicPr>
            <a:picLocks noChangeAspect="1"/>
          </p:cNvPicPr>
          <p:nvPr/>
        </p:nvPicPr>
        <p:blipFill>
          <a:blip r:embed="rId1"/>
          <a:stretch>
            <a:fillRect/>
          </a:stretch>
        </p:blipFill>
        <p:spPr>
          <a:xfrm>
            <a:off x="6035040" y="1463040"/>
            <a:ext cx="5577840" cy="3401568"/>
          </a:xfrm>
          <a:prstGeom prst="rect">
            <a:avLst/>
          </a:prstGeom>
        </p:spPr>
      </p:pic>
      <p:sp>
        <p:nvSpPr>
          <p:cNvPr id="14" name="Text 11"/>
          <p:cNvSpPr txBox="1"/>
          <p:nvPr/>
        </p:nvSpPr>
        <p:spPr>
          <a:xfrm>
            <a:off x="6035040" y="5029200"/>
            <a:ext cx="5577840" cy="365760"/>
          </a:xfrm>
          <a:prstGeom prst="rect">
            <a:avLst/>
          </a:prstGeom>
          <a:noFill/>
          <a:ln/>
        </p:spPr>
        <p:txBody>
          <a:bodyPr wrap="square" lIns="0" tIns="0" rIns="0" bIns="0" rtlCol="0" anchor="t"/>
          <a:lstStyle/>
          <a:p>
            <a:pPr indent="0" marL="0">
              <a:buNone/>
            </a:pPr>
            <a:r>
              <a:rPr lang="en-US" sz="1400" dirty="0">
                <a:solidFill>
                  <a:schemeClr val="tx2"/>
                </a:solidFill>
                <a:latin typeface="Malgun Gothic" pitchFamily="34" charset="0"/>
                <a:ea typeface="Malgun Gothic" pitchFamily="34" charset="-122"/>
                <a:cs typeface="Malgun Gothic" pitchFamily="34" charset="-120"/>
              </a:rPr>
              <a:t>관제 화면의 1번 카드 — 해야 할 일 · 담당 부서 · 근거 민원</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rPr>
              <a:t>AI 에이전트 5개가 나눠서 일합니다</a:t>
            </a:r>
            <a:endParaRPr lang="en-US" sz="3600" dirty="0"/>
          </a:p>
        </p:txBody>
      </p:sp>
      <p:sp>
        <p:nvSpPr>
          <p:cNvPr id="3" name="분류 에이전트"/>
          <p:cNvSpPr/>
          <p:nvPr/>
        </p:nvSpPr>
        <p:spPr>
          <a:xfrm>
            <a:off x="548640" y="1600200"/>
            <a:ext cx="2011680" cy="2651760"/>
          </a:xfrm>
          <a:prstGeom prst="roundRect">
            <a:avLst>
              <a:gd name="adj" fmla="val 6818"/>
            </a:avLst>
          </a:prstGeom>
          <a:solidFill>
            <a:schemeClr val="bg2"/>
          </a:solidFill>
          <a:ln w="12700">
            <a:solidFill>
              <a:srgbClr val="2A3550"/>
            </a:solidFill>
            <a:prstDash val="solid"/>
          </a:ln>
        </p:spPr>
      </p:sp>
      <p:sp>
        <p:nvSpPr>
          <p:cNvPr id="4" name="Text 2"/>
          <p:cNvSpPr txBox="1"/>
          <p:nvPr/>
        </p:nvSpPr>
        <p:spPr>
          <a:xfrm>
            <a:off x="777240" y="1783080"/>
            <a:ext cx="1554480" cy="548640"/>
          </a:xfrm>
          <a:prstGeom prst="rect">
            <a:avLst/>
          </a:prstGeom>
          <a:noFill/>
          <a:ln/>
        </p:spPr>
        <p:txBody>
          <a:bodyPr wrap="square" lIns="0" tIns="0" rIns="0" bIns="0" rtlCol="0" anchor="t"/>
          <a:lstStyle/>
          <a:p>
            <a:pPr indent="0" marL="0">
              <a:buNone/>
            </a:pPr>
            <a:r>
              <a:rPr lang="en-US" sz="2800" b="1" dirty="0">
                <a:solidFill>
                  <a:schemeClr val="accent1"/>
                </a:solidFill>
                <a:latin typeface="Malgun Gothic" pitchFamily="34" charset="0"/>
                <a:ea typeface="Malgun Gothic" pitchFamily="34" charset="-122"/>
                <a:cs typeface="Malgun Gothic" pitchFamily="34" charset="-120"/>
              </a:rPr>
              <a:t>01</a:t>
            </a:r>
            <a:endParaRPr lang="en-US" sz="2800" dirty="0"/>
          </a:p>
        </p:txBody>
      </p:sp>
      <p:sp>
        <p:nvSpPr>
          <p:cNvPr id="5" name="Text 3"/>
          <p:cNvSpPr txBox="1"/>
          <p:nvPr/>
        </p:nvSpPr>
        <p:spPr>
          <a:xfrm>
            <a:off x="777240" y="2423160"/>
            <a:ext cx="1554480" cy="548640"/>
          </a:xfrm>
          <a:prstGeom prst="rect">
            <a:avLst/>
          </a:prstGeom>
          <a:noFill/>
          <a:ln/>
        </p:spPr>
        <p:txBody>
          <a:bodyPr wrap="square" lIns="0" tIns="0" rIns="0" bIns="0" rtlCol="0" anchor="t"/>
          <a:lstStyle/>
          <a:p>
            <a:pPr indent="0" marL="0">
              <a:buNone/>
            </a:pPr>
            <a:r>
              <a:rPr lang="en-US" sz="2800" b="1" dirty="0">
                <a:solidFill>
                  <a:schemeClr val="tx1"/>
                </a:solidFill>
                <a:latin typeface="Malgun Gothic" pitchFamily="34" charset="0"/>
                <a:ea typeface="Malgun Gothic" pitchFamily="34" charset="-122"/>
                <a:cs typeface="Malgun Gothic" pitchFamily="34" charset="-120"/>
              </a:rPr>
              <a:t>분류</a:t>
            </a:r>
            <a:endParaRPr lang="en-US" sz="2800" dirty="0"/>
          </a:p>
        </p:txBody>
      </p:sp>
      <p:sp>
        <p:nvSpPr>
          <p:cNvPr id="6" name="Text 4"/>
          <p:cNvSpPr txBox="1"/>
          <p:nvPr/>
        </p:nvSpPr>
        <p:spPr>
          <a:xfrm>
            <a:off x="777240" y="3108960"/>
            <a:ext cx="1691640" cy="548640"/>
          </a:xfrm>
          <a:prstGeom prst="rect">
            <a:avLst/>
          </a:prstGeom>
          <a:noFill/>
          <a:ln/>
        </p:spPr>
        <p:txBody>
          <a:bodyPr wrap="square" lIns="0" tIns="0" rIns="0" bIns="0" rtlCol="0" anchor="t"/>
          <a:lstStyle/>
          <a:p>
            <a:pPr indent="0" marL="0">
              <a:buNone/>
            </a:pPr>
            <a:r>
              <a:rPr lang="en-US" sz="1700" dirty="0">
                <a:solidFill>
                  <a:schemeClr val="accent5"/>
                </a:solidFill>
                <a:latin typeface="Malgun Gothic" pitchFamily="34" charset="0"/>
                <a:ea typeface="Malgun Gothic" pitchFamily="34" charset="-122"/>
                <a:cs typeface="Malgun Gothic" pitchFamily="34" charset="-120"/>
              </a:rPr>
              <a:t>유형 · 안전 판단</a:t>
            </a:r>
            <a:endParaRPr lang="en-US" sz="1700" dirty="0"/>
          </a:p>
        </p:txBody>
      </p:sp>
      <p:sp>
        <p:nvSpPr>
          <p:cNvPr id="7" name="Text 5"/>
          <p:cNvSpPr txBox="1"/>
          <p:nvPr/>
        </p:nvSpPr>
        <p:spPr>
          <a:xfrm>
            <a:off x="2560320" y="2651760"/>
            <a:ext cx="256032" cy="457200"/>
          </a:xfrm>
          <a:prstGeom prst="rect">
            <a:avLst/>
          </a:prstGeom>
          <a:noFill/>
          <a:ln/>
        </p:spPr>
        <p:txBody>
          <a:bodyPr wrap="square" lIns="0" tIns="0" rIns="0" bIns="0" rtlCol="0" anchor="t"/>
          <a:lstStyle/>
          <a:p>
            <a:pPr algn="ctr" indent="0" marL="0">
              <a:buNone/>
            </a:pPr>
            <a:r>
              <a:rPr lang="en-US" sz="2400" dirty="0">
                <a:solidFill>
                  <a:schemeClr val="tx2"/>
                </a:solidFill>
                <a:latin typeface="Malgun Gothic" pitchFamily="34" charset="0"/>
                <a:ea typeface="Malgun Gothic" pitchFamily="34" charset="-122"/>
                <a:cs typeface="Malgun Gothic" pitchFamily="34" charset="-120"/>
              </a:rPr>
              <a:t>›</a:t>
            </a:r>
            <a:endParaRPr lang="en-US" sz="2400" dirty="0"/>
          </a:p>
        </p:txBody>
      </p:sp>
      <p:sp>
        <p:nvSpPr>
          <p:cNvPr id="8" name="계획 에이전트"/>
          <p:cNvSpPr/>
          <p:nvPr/>
        </p:nvSpPr>
        <p:spPr>
          <a:xfrm>
            <a:off x="2816352" y="1600200"/>
            <a:ext cx="2011680" cy="2651760"/>
          </a:xfrm>
          <a:prstGeom prst="roundRect">
            <a:avLst>
              <a:gd name="adj" fmla="val 6818"/>
            </a:avLst>
          </a:prstGeom>
          <a:solidFill>
            <a:schemeClr val="bg2"/>
          </a:solidFill>
          <a:ln w="12700">
            <a:solidFill>
              <a:srgbClr val="2A3550"/>
            </a:solidFill>
            <a:prstDash val="solid"/>
          </a:ln>
        </p:spPr>
      </p:sp>
      <p:sp>
        <p:nvSpPr>
          <p:cNvPr id="9" name="Text 7"/>
          <p:cNvSpPr txBox="1"/>
          <p:nvPr/>
        </p:nvSpPr>
        <p:spPr>
          <a:xfrm>
            <a:off x="3044952" y="1783080"/>
            <a:ext cx="1554480" cy="548640"/>
          </a:xfrm>
          <a:prstGeom prst="rect">
            <a:avLst/>
          </a:prstGeom>
          <a:noFill/>
          <a:ln/>
        </p:spPr>
        <p:txBody>
          <a:bodyPr wrap="square" lIns="0" tIns="0" rIns="0" bIns="0" rtlCol="0" anchor="t"/>
          <a:lstStyle/>
          <a:p>
            <a:pPr indent="0" marL="0">
              <a:buNone/>
            </a:pPr>
            <a:r>
              <a:rPr lang="en-US" sz="2800" b="1" dirty="0">
                <a:solidFill>
                  <a:schemeClr val="accent1"/>
                </a:solidFill>
                <a:latin typeface="Malgun Gothic" pitchFamily="34" charset="0"/>
                <a:ea typeface="Malgun Gothic" pitchFamily="34" charset="-122"/>
                <a:cs typeface="Malgun Gothic" pitchFamily="34" charset="-120"/>
              </a:rPr>
              <a:t>02</a:t>
            </a:r>
            <a:endParaRPr lang="en-US" sz="2800" dirty="0"/>
          </a:p>
        </p:txBody>
      </p:sp>
      <p:sp>
        <p:nvSpPr>
          <p:cNvPr id="10" name="Text 8"/>
          <p:cNvSpPr txBox="1"/>
          <p:nvPr/>
        </p:nvSpPr>
        <p:spPr>
          <a:xfrm>
            <a:off x="3044952" y="2423160"/>
            <a:ext cx="1554480" cy="548640"/>
          </a:xfrm>
          <a:prstGeom prst="rect">
            <a:avLst/>
          </a:prstGeom>
          <a:noFill/>
          <a:ln/>
        </p:spPr>
        <p:txBody>
          <a:bodyPr wrap="square" lIns="0" tIns="0" rIns="0" bIns="0" rtlCol="0" anchor="t"/>
          <a:lstStyle/>
          <a:p>
            <a:pPr indent="0" marL="0">
              <a:buNone/>
            </a:pPr>
            <a:r>
              <a:rPr lang="en-US" sz="2800" b="1" dirty="0">
                <a:solidFill>
                  <a:schemeClr val="tx1"/>
                </a:solidFill>
                <a:latin typeface="Malgun Gothic" pitchFamily="34" charset="0"/>
                <a:ea typeface="Malgun Gothic" pitchFamily="34" charset="-122"/>
                <a:cs typeface="Malgun Gothic" pitchFamily="34" charset="-120"/>
              </a:rPr>
              <a:t>계획</a:t>
            </a:r>
            <a:endParaRPr lang="en-US" sz="2800" dirty="0"/>
          </a:p>
        </p:txBody>
      </p:sp>
      <p:sp>
        <p:nvSpPr>
          <p:cNvPr id="11" name="Text 9"/>
          <p:cNvSpPr txBox="1"/>
          <p:nvPr/>
        </p:nvSpPr>
        <p:spPr>
          <a:xfrm>
            <a:off x="3044952" y="3108960"/>
            <a:ext cx="1691640" cy="548640"/>
          </a:xfrm>
          <a:prstGeom prst="rect">
            <a:avLst/>
          </a:prstGeom>
          <a:noFill/>
          <a:ln/>
        </p:spPr>
        <p:txBody>
          <a:bodyPr wrap="square" lIns="0" tIns="0" rIns="0" bIns="0" rtlCol="0" anchor="t"/>
          <a:lstStyle/>
          <a:p>
            <a:pPr indent="0" marL="0">
              <a:buNone/>
            </a:pPr>
            <a:r>
              <a:rPr lang="en-US" sz="1700" dirty="0">
                <a:solidFill>
                  <a:schemeClr val="accent5"/>
                </a:solidFill>
                <a:latin typeface="Malgun Gothic" pitchFamily="34" charset="0"/>
                <a:ea typeface="Malgun Gothic" pitchFamily="34" charset="-122"/>
                <a:cs typeface="Malgun Gothic" pitchFamily="34" charset="-120"/>
              </a:rPr>
              <a:t>이번에 할 일</a:t>
            </a:r>
            <a:endParaRPr lang="en-US" sz="1700" dirty="0"/>
          </a:p>
        </p:txBody>
      </p:sp>
      <p:sp>
        <p:nvSpPr>
          <p:cNvPr id="12" name="Text 10"/>
          <p:cNvSpPr txBox="1"/>
          <p:nvPr/>
        </p:nvSpPr>
        <p:spPr>
          <a:xfrm>
            <a:off x="4828032" y="2651760"/>
            <a:ext cx="256032" cy="457200"/>
          </a:xfrm>
          <a:prstGeom prst="rect">
            <a:avLst/>
          </a:prstGeom>
          <a:noFill/>
          <a:ln/>
        </p:spPr>
        <p:txBody>
          <a:bodyPr wrap="square" lIns="0" tIns="0" rIns="0" bIns="0" rtlCol="0" anchor="t"/>
          <a:lstStyle/>
          <a:p>
            <a:pPr algn="ctr" indent="0" marL="0">
              <a:buNone/>
            </a:pPr>
            <a:r>
              <a:rPr lang="en-US" sz="2400" dirty="0">
                <a:solidFill>
                  <a:schemeClr val="tx2"/>
                </a:solidFill>
                <a:latin typeface="Malgun Gothic" pitchFamily="34" charset="0"/>
                <a:ea typeface="Malgun Gothic" pitchFamily="34" charset="-122"/>
                <a:cs typeface="Malgun Gothic" pitchFamily="34" charset="-120"/>
              </a:rPr>
              <a:t>›</a:t>
            </a:r>
            <a:endParaRPr lang="en-US" sz="2400" dirty="0"/>
          </a:p>
        </p:txBody>
      </p:sp>
      <p:sp>
        <p:nvSpPr>
          <p:cNvPr id="13" name="감시 에이전트"/>
          <p:cNvSpPr/>
          <p:nvPr/>
        </p:nvSpPr>
        <p:spPr>
          <a:xfrm>
            <a:off x="5084064" y="1600200"/>
            <a:ext cx="2011680" cy="2651760"/>
          </a:xfrm>
          <a:prstGeom prst="roundRect">
            <a:avLst>
              <a:gd name="adj" fmla="val 6818"/>
            </a:avLst>
          </a:prstGeom>
          <a:solidFill>
            <a:schemeClr val="bg2"/>
          </a:solidFill>
          <a:ln w="12700">
            <a:solidFill>
              <a:srgbClr val="2A3550"/>
            </a:solidFill>
            <a:prstDash val="solid"/>
          </a:ln>
        </p:spPr>
      </p:sp>
      <p:sp>
        <p:nvSpPr>
          <p:cNvPr id="14" name="Text 12"/>
          <p:cNvSpPr txBox="1"/>
          <p:nvPr/>
        </p:nvSpPr>
        <p:spPr>
          <a:xfrm>
            <a:off x="5312664" y="1783080"/>
            <a:ext cx="1554480" cy="548640"/>
          </a:xfrm>
          <a:prstGeom prst="rect">
            <a:avLst/>
          </a:prstGeom>
          <a:noFill/>
          <a:ln/>
        </p:spPr>
        <p:txBody>
          <a:bodyPr wrap="square" lIns="0" tIns="0" rIns="0" bIns="0" rtlCol="0" anchor="t"/>
          <a:lstStyle/>
          <a:p>
            <a:pPr indent="0" marL="0">
              <a:buNone/>
            </a:pPr>
            <a:r>
              <a:rPr lang="en-US" sz="2800" b="1" dirty="0">
                <a:solidFill>
                  <a:schemeClr val="accent1"/>
                </a:solidFill>
                <a:latin typeface="Malgun Gothic" pitchFamily="34" charset="0"/>
                <a:ea typeface="Malgun Gothic" pitchFamily="34" charset="-122"/>
                <a:cs typeface="Malgun Gothic" pitchFamily="34" charset="-120"/>
              </a:rPr>
              <a:t>03</a:t>
            </a:r>
            <a:endParaRPr lang="en-US" sz="2800" dirty="0"/>
          </a:p>
        </p:txBody>
      </p:sp>
      <p:sp>
        <p:nvSpPr>
          <p:cNvPr id="15" name="Text 13"/>
          <p:cNvSpPr txBox="1"/>
          <p:nvPr/>
        </p:nvSpPr>
        <p:spPr>
          <a:xfrm>
            <a:off x="5312664" y="2423160"/>
            <a:ext cx="1554480" cy="548640"/>
          </a:xfrm>
          <a:prstGeom prst="rect">
            <a:avLst/>
          </a:prstGeom>
          <a:noFill/>
          <a:ln/>
        </p:spPr>
        <p:txBody>
          <a:bodyPr wrap="square" lIns="0" tIns="0" rIns="0" bIns="0" rtlCol="0" anchor="t"/>
          <a:lstStyle/>
          <a:p>
            <a:pPr indent="0" marL="0">
              <a:buNone/>
            </a:pPr>
            <a:r>
              <a:rPr lang="en-US" sz="2800" b="1" dirty="0">
                <a:solidFill>
                  <a:schemeClr val="tx1"/>
                </a:solidFill>
                <a:latin typeface="Malgun Gothic" pitchFamily="34" charset="0"/>
                <a:ea typeface="Malgun Gothic" pitchFamily="34" charset="-122"/>
                <a:cs typeface="Malgun Gothic" pitchFamily="34" charset="-120"/>
              </a:rPr>
              <a:t>감시</a:t>
            </a:r>
            <a:endParaRPr lang="en-US" sz="2800" dirty="0"/>
          </a:p>
        </p:txBody>
      </p:sp>
      <p:sp>
        <p:nvSpPr>
          <p:cNvPr id="16" name="Text 14"/>
          <p:cNvSpPr txBox="1"/>
          <p:nvPr/>
        </p:nvSpPr>
        <p:spPr>
          <a:xfrm>
            <a:off x="5312664" y="3108960"/>
            <a:ext cx="1691640" cy="548640"/>
          </a:xfrm>
          <a:prstGeom prst="rect">
            <a:avLst/>
          </a:prstGeom>
          <a:noFill/>
          <a:ln/>
        </p:spPr>
        <p:txBody>
          <a:bodyPr wrap="square" lIns="0" tIns="0" rIns="0" bIns="0" rtlCol="0" anchor="t"/>
          <a:lstStyle/>
          <a:p>
            <a:pPr indent="0" marL="0">
              <a:buNone/>
            </a:pPr>
            <a:r>
              <a:rPr lang="en-US" sz="1700" dirty="0">
                <a:solidFill>
                  <a:schemeClr val="accent5"/>
                </a:solidFill>
                <a:latin typeface="Malgun Gothic" pitchFamily="34" charset="0"/>
                <a:ea typeface="Malgun Gothic" pitchFamily="34" charset="-122"/>
                <a:cs typeface="Malgun Gothic" pitchFamily="34" charset="-120"/>
              </a:rPr>
              <a:t>등급과 경보</a:t>
            </a:r>
            <a:endParaRPr lang="en-US" sz="1700" dirty="0"/>
          </a:p>
        </p:txBody>
      </p:sp>
      <p:sp>
        <p:nvSpPr>
          <p:cNvPr id="17" name="Text 15"/>
          <p:cNvSpPr txBox="1"/>
          <p:nvPr/>
        </p:nvSpPr>
        <p:spPr>
          <a:xfrm>
            <a:off x="7095744" y="2651760"/>
            <a:ext cx="256032" cy="457200"/>
          </a:xfrm>
          <a:prstGeom prst="rect">
            <a:avLst/>
          </a:prstGeom>
          <a:noFill/>
          <a:ln/>
        </p:spPr>
        <p:txBody>
          <a:bodyPr wrap="square" lIns="0" tIns="0" rIns="0" bIns="0" rtlCol="0" anchor="t"/>
          <a:lstStyle/>
          <a:p>
            <a:pPr algn="ctr" indent="0" marL="0">
              <a:buNone/>
            </a:pPr>
            <a:r>
              <a:rPr lang="en-US" sz="2400" dirty="0">
                <a:solidFill>
                  <a:schemeClr val="tx2"/>
                </a:solidFill>
                <a:latin typeface="Malgun Gothic" pitchFamily="34" charset="0"/>
                <a:ea typeface="Malgun Gothic" pitchFamily="34" charset="-122"/>
                <a:cs typeface="Malgun Gothic" pitchFamily="34" charset="-120"/>
              </a:rPr>
              <a:t>›</a:t>
            </a:r>
            <a:endParaRPr lang="en-US" sz="2400" dirty="0"/>
          </a:p>
        </p:txBody>
      </p:sp>
      <p:sp>
        <p:nvSpPr>
          <p:cNvPr id="18" name="조치 에이전트"/>
          <p:cNvSpPr/>
          <p:nvPr/>
        </p:nvSpPr>
        <p:spPr>
          <a:xfrm>
            <a:off x="7351776" y="1600200"/>
            <a:ext cx="2011680" cy="2651760"/>
          </a:xfrm>
          <a:prstGeom prst="roundRect">
            <a:avLst>
              <a:gd name="adj" fmla="val 6818"/>
            </a:avLst>
          </a:prstGeom>
          <a:solidFill>
            <a:schemeClr val="bg2"/>
          </a:solidFill>
          <a:ln w="12700">
            <a:solidFill>
              <a:srgbClr val="2A3550"/>
            </a:solidFill>
            <a:prstDash val="solid"/>
          </a:ln>
        </p:spPr>
      </p:sp>
      <p:sp>
        <p:nvSpPr>
          <p:cNvPr id="19" name="Text 17"/>
          <p:cNvSpPr txBox="1"/>
          <p:nvPr/>
        </p:nvSpPr>
        <p:spPr>
          <a:xfrm>
            <a:off x="7580376" y="1783080"/>
            <a:ext cx="1554480" cy="548640"/>
          </a:xfrm>
          <a:prstGeom prst="rect">
            <a:avLst/>
          </a:prstGeom>
          <a:noFill/>
          <a:ln/>
        </p:spPr>
        <p:txBody>
          <a:bodyPr wrap="square" lIns="0" tIns="0" rIns="0" bIns="0" rtlCol="0" anchor="t"/>
          <a:lstStyle/>
          <a:p>
            <a:pPr indent="0" marL="0">
              <a:buNone/>
            </a:pPr>
            <a:r>
              <a:rPr lang="en-US" sz="2800" b="1" dirty="0">
                <a:solidFill>
                  <a:schemeClr val="accent1"/>
                </a:solidFill>
                <a:latin typeface="Malgun Gothic" pitchFamily="34" charset="0"/>
                <a:ea typeface="Malgun Gothic" pitchFamily="34" charset="-122"/>
                <a:cs typeface="Malgun Gothic" pitchFamily="34" charset="-120"/>
              </a:rPr>
              <a:t>04</a:t>
            </a:r>
            <a:endParaRPr lang="en-US" sz="2800" dirty="0"/>
          </a:p>
        </p:txBody>
      </p:sp>
      <p:sp>
        <p:nvSpPr>
          <p:cNvPr id="20" name="Text 18"/>
          <p:cNvSpPr txBox="1"/>
          <p:nvPr/>
        </p:nvSpPr>
        <p:spPr>
          <a:xfrm>
            <a:off x="7580376" y="2423160"/>
            <a:ext cx="1554480" cy="548640"/>
          </a:xfrm>
          <a:prstGeom prst="rect">
            <a:avLst/>
          </a:prstGeom>
          <a:noFill/>
          <a:ln/>
        </p:spPr>
        <p:txBody>
          <a:bodyPr wrap="square" lIns="0" tIns="0" rIns="0" bIns="0" rtlCol="0" anchor="t"/>
          <a:lstStyle/>
          <a:p>
            <a:pPr indent="0" marL="0">
              <a:buNone/>
            </a:pPr>
            <a:r>
              <a:rPr lang="en-US" sz="2800" b="1" dirty="0">
                <a:solidFill>
                  <a:schemeClr val="tx1"/>
                </a:solidFill>
                <a:latin typeface="Malgun Gothic" pitchFamily="34" charset="0"/>
                <a:ea typeface="Malgun Gothic" pitchFamily="34" charset="-122"/>
                <a:cs typeface="Malgun Gothic" pitchFamily="34" charset="-120"/>
              </a:rPr>
              <a:t>조치</a:t>
            </a:r>
            <a:endParaRPr lang="en-US" sz="2800" dirty="0"/>
          </a:p>
        </p:txBody>
      </p:sp>
      <p:sp>
        <p:nvSpPr>
          <p:cNvPr id="21" name="Text 19"/>
          <p:cNvSpPr txBox="1"/>
          <p:nvPr/>
        </p:nvSpPr>
        <p:spPr>
          <a:xfrm>
            <a:off x="7580376" y="3108960"/>
            <a:ext cx="1691640" cy="548640"/>
          </a:xfrm>
          <a:prstGeom prst="rect">
            <a:avLst/>
          </a:prstGeom>
          <a:noFill/>
          <a:ln/>
        </p:spPr>
        <p:txBody>
          <a:bodyPr wrap="square" lIns="0" tIns="0" rIns="0" bIns="0" rtlCol="0" anchor="t"/>
          <a:lstStyle/>
          <a:p>
            <a:pPr indent="0" marL="0">
              <a:buNone/>
            </a:pPr>
            <a:r>
              <a:rPr lang="en-US" sz="1700" dirty="0">
                <a:solidFill>
                  <a:schemeClr val="accent5"/>
                </a:solidFill>
                <a:latin typeface="Malgun Gothic" pitchFamily="34" charset="0"/>
                <a:ea typeface="Malgun Gothic" pitchFamily="34" charset="-122"/>
                <a:cs typeface="Malgun Gothic" pitchFamily="34" charset="-120"/>
              </a:rPr>
              <a:t>부서 요청서</a:t>
            </a:r>
            <a:endParaRPr lang="en-US" sz="1700" dirty="0"/>
          </a:p>
        </p:txBody>
      </p:sp>
      <p:sp>
        <p:nvSpPr>
          <p:cNvPr id="22" name="Text 20"/>
          <p:cNvSpPr txBox="1"/>
          <p:nvPr/>
        </p:nvSpPr>
        <p:spPr>
          <a:xfrm>
            <a:off x="9363456" y="2651760"/>
            <a:ext cx="256032" cy="457200"/>
          </a:xfrm>
          <a:prstGeom prst="rect">
            <a:avLst/>
          </a:prstGeom>
          <a:noFill/>
          <a:ln/>
        </p:spPr>
        <p:txBody>
          <a:bodyPr wrap="square" lIns="0" tIns="0" rIns="0" bIns="0" rtlCol="0" anchor="t"/>
          <a:lstStyle/>
          <a:p>
            <a:pPr algn="ctr" indent="0" marL="0">
              <a:buNone/>
            </a:pPr>
            <a:r>
              <a:rPr lang="en-US" sz="2400" dirty="0">
                <a:solidFill>
                  <a:schemeClr val="tx2"/>
                </a:solidFill>
                <a:latin typeface="Malgun Gothic" pitchFamily="34" charset="0"/>
                <a:ea typeface="Malgun Gothic" pitchFamily="34" charset="-122"/>
                <a:cs typeface="Malgun Gothic" pitchFamily="34" charset="-120"/>
              </a:rPr>
              <a:t>›</a:t>
            </a:r>
            <a:endParaRPr lang="en-US" sz="2400" dirty="0"/>
          </a:p>
        </p:txBody>
      </p:sp>
      <p:sp>
        <p:nvSpPr>
          <p:cNvPr id="23" name="통합 에이전트"/>
          <p:cNvSpPr/>
          <p:nvPr/>
        </p:nvSpPr>
        <p:spPr>
          <a:xfrm>
            <a:off x="9619488" y="1600200"/>
            <a:ext cx="2011680" cy="2651760"/>
          </a:xfrm>
          <a:prstGeom prst="roundRect">
            <a:avLst>
              <a:gd name="adj" fmla="val 6818"/>
            </a:avLst>
          </a:prstGeom>
          <a:solidFill>
            <a:schemeClr val="bg2"/>
          </a:solidFill>
          <a:ln w="12700">
            <a:solidFill>
              <a:srgbClr val="2A3550"/>
            </a:solidFill>
            <a:prstDash val="solid"/>
          </a:ln>
        </p:spPr>
      </p:sp>
      <p:sp>
        <p:nvSpPr>
          <p:cNvPr id="24" name="Text 22"/>
          <p:cNvSpPr txBox="1"/>
          <p:nvPr/>
        </p:nvSpPr>
        <p:spPr>
          <a:xfrm>
            <a:off x="9848088" y="1783080"/>
            <a:ext cx="1554480" cy="548640"/>
          </a:xfrm>
          <a:prstGeom prst="rect">
            <a:avLst/>
          </a:prstGeom>
          <a:noFill/>
          <a:ln/>
        </p:spPr>
        <p:txBody>
          <a:bodyPr wrap="square" lIns="0" tIns="0" rIns="0" bIns="0" rtlCol="0" anchor="t"/>
          <a:lstStyle/>
          <a:p>
            <a:pPr indent="0" marL="0">
              <a:buNone/>
            </a:pPr>
            <a:r>
              <a:rPr lang="en-US" sz="2800" b="1" dirty="0">
                <a:solidFill>
                  <a:schemeClr val="accent1"/>
                </a:solidFill>
                <a:latin typeface="Malgun Gothic" pitchFamily="34" charset="0"/>
                <a:ea typeface="Malgun Gothic" pitchFamily="34" charset="-122"/>
                <a:cs typeface="Malgun Gothic" pitchFamily="34" charset="-120"/>
              </a:rPr>
              <a:t>05</a:t>
            </a:r>
            <a:endParaRPr lang="en-US" sz="2800" dirty="0"/>
          </a:p>
        </p:txBody>
      </p:sp>
      <p:sp>
        <p:nvSpPr>
          <p:cNvPr id="25" name="Text 23"/>
          <p:cNvSpPr txBox="1"/>
          <p:nvPr/>
        </p:nvSpPr>
        <p:spPr>
          <a:xfrm>
            <a:off x="9848088" y="2423160"/>
            <a:ext cx="1554480" cy="548640"/>
          </a:xfrm>
          <a:prstGeom prst="rect">
            <a:avLst/>
          </a:prstGeom>
          <a:noFill/>
          <a:ln/>
        </p:spPr>
        <p:txBody>
          <a:bodyPr wrap="square" lIns="0" tIns="0" rIns="0" bIns="0" rtlCol="0" anchor="t"/>
          <a:lstStyle/>
          <a:p>
            <a:pPr indent="0" marL="0">
              <a:buNone/>
            </a:pPr>
            <a:r>
              <a:rPr lang="en-US" sz="2800" b="1" dirty="0">
                <a:solidFill>
                  <a:schemeClr val="tx1"/>
                </a:solidFill>
                <a:latin typeface="Malgun Gothic" pitchFamily="34" charset="0"/>
                <a:ea typeface="Malgun Gothic" pitchFamily="34" charset="-122"/>
                <a:cs typeface="Malgun Gothic" pitchFamily="34" charset="-120"/>
              </a:rPr>
              <a:t>통합</a:t>
            </a:r>
            <a:endParaRPr lang="en-US" sz="2800" dirty="0"/>
          </a:p>
        </p:txBody>
      </p:sp>
      <p:sp>
        <p:nvSpPr>
          <p:cNvPr id="26" name="Text 24"/>
          <p:cNvSpPr txBox="1"/>
          <p:nvPr/>
        </p:nvSpPr>
        <p:spPr>
          <a:xfrm>
            <a:off x="9848088" y="3108960"/>
            <a:ext cx="1691640" cy="548640"/>
          </a:xfrm>
          <a:prstGeom prst="rect">
            <a:avLst/>
          </a:prstGeom>
          <a:noFill/>
          <a:ln/>
        </p:spPr>
        <p:txBody>
          <a:bodyPr wrap="square" lIns="0" tIns="0" rIns="0" bIns="0" rtlCol="0" anchor="t"/>
          <a:lstStyle/>
          <a:p>
            <a:pPr indent="0" marL="0">
              <a:buNone/>
            </a:pPr>
            <a:r>
              <a:rPr lang="en-US" sz="1700" dirty="0">
                <a:solidFill>
                  <a:schemeClr val="accent5"/>
                </a:solidFill>
                <a:latin typeface="Malgun Gothic" pitchFamily="34" charset="0"/>
                <a:ea typeface="Malgun Gothic" pitchFamily="34" charset="-122"/>
                <a:cs typeface="Malgun Gothic" pitchFamily="34" charset="-120"/>
              </a:rPr>
              <a:t>순위 · 브리핑</a:t>
            </a:r>
            <a:endParaRPr lang="en-US" sz="1700" dirty="0"/>
          </a:p>
        </p:txBody>
      </p:sp>
      <p:sp>
        <p:nvSpPr>
          <p:cNvPr id="27" name="Text 25"/>
          <p:cNvSpPr txBox="1"/>
          <p:nvPr/>
        </p:nvSpPr>
        <p:spPr>
          <a:xfrm>
            <a:off x="548640" y="4709160"/>
            <a:ext cx="10972800" cy="411480"/>
          </a:xfrm>
          <a:prstGeom prst="rect">
            <a:avLst/>
          </a:prstGeom>
          <a:noFill/>
          <a:ln/>
        </p:spPr>
        <p:txBody>
          <a:bodyPr wrap="square" lIns="0" tIns="0" rIns="0" bIns="0" rtlCol="0" anchor="t"/>
          <a:lstStyle/>
          <a:p>
            <a:pPr indent="0" marL="0">
              <a:buNone/>
            </a:pPr>
            <a:r>
              <a:rPr lang="en-US" sz="2200" dirty="0">
                <a:solidFill>
                  <a:schemeClr val="tx1"/>
                </a:solidFill>
                <a:latin typeface="Malgun Gothic" pitchFamily="34" charset="0"/>
                <a:ea typeface="Malgun Gothic" pitchFamily="34" charset="-122"/>
                <a:cs typeface="Malgun Gothic" pitchFamily="34" charset="-120"/>
              </a:rPr>
              <a:t>각 에이전트가 필요한 도구를 스스로 골라 부르고,</a:t>
            </a:r>
            <a:endParaRPr lang="en-US" sz="2200" dirty="0"/>
          </a:p>
        </p:txBody>
      </p:sp>
      <p:sp>
        <p:nvSpPr>
          <p:cNvPr id="28" name="Text 26"/>
          <p:cNvSpPr txBox="1"/>
          <p:nvPr/>
        </p:nvSpPr>
        <p:spPr>
          <a:xfrm>
            <a:off x="548640" y="5166360"/>
            <a:ext cx="10972800" cy="411480"/>
          </a:xfrm>
          <a:prstGeom prst="rect">
            <a:avLst/>
          </a:prstGeom>
          <a:noFill/>
          <a:ln/>
        </p:spPr>
        <p:txBody>
          <a:bodyPr wrap="square" lIns="0" tIns="0" rIns="0" bIns="0" rtlCol="0" anchor="t"/>
          <a:lstStyle/>
          <a:p>
            <a:pPr indent="0" marL="0">
              <a:buNone/>
            </a:pPr>
            <a:r>
              <a:rPr lang="en-US" sz="2200" dirty="0">
                <a:solidFill>
                  <a:schemeClr val="tx1"/>
                </a:solidFill>
                <a:latin typeface="Malgun Gothic" pitchFamily="34" charset="0"/>
                <a:ea typeface="Malgun Gothic" pitchFamily="34" charset="-122"/>
                <a:cs typeface="Malgun Gothic" pitchFamily="34" charset="-120"/>
              </a:rPr>
              <a:t>어떤 도구를 불렀는지는 관제 화면 ‘AI 동작 보기’에 그대로 남습니다.</a:t>
            </a:r>
            <a:endParaRPr lang="en-US" sz="2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rPr>
              <a:t>심각도는 AI가 아니라 공개된 계산식이 정합니다</a:t>
            </a:r>
            <a:endParaRPr lang="en-US" sz="3600" dirty="0"/>
          </a:p>
        </p:txBody>
      </p:sp>
      <p:sp>
        <p:nvSpPr>
          <p:cNvPr id="3" name="입력"/>
          <p:cNvSpPr/>
          <p:nvPr/>
        </p:nvSpPr>
        <p:spPr>
          <a:xfrm>
            <a:off x="548640" y="1737360"/>
            <a:ext cx="3291840" cy="2194560"/>
          </a:xfrm>
          <a:prstGeom prst="roundRect">
            <a:avLst>
              <a:gd name="adj" fmla="val 6250"/>
            </a:avLst>
          </a:prstGeom>
          <a:solidFill>
            <a:schemeClr val="bg2"/>
          </a:solidFill>
          <a:ln w="12700">
            <a:solidFill>
              <a:srgbClr val="2A3550"/>
            </a:solidFill>
            <a:prstDash val="solid"/>
          </a:ln>
        </p:spPr>
      </p:sp>
      <p:sp>
        <p:nvSpPr>
          <p:cNvPr id="4" name="Text 2"/>
          <p:cNvSpPr txBox="1"/>
          <p:nvPr/>
        </p:nvSpPr>
        <p:spPr>
          <a:xfrm>
            <a:off x="822960" y="1920240"/>
            <a:ext cx="2743200" cy="365760"/>
          </a:xfrm>
          <a:prstGeom prst="rect">
            <a:avLst/>
          </a:prstGeom>
          <a:noFill/>
          <a:ln/>
        </p:spPr>
        <p:txBody>
          <a:bodyPr wrap="square" lIns="0" tIns="0" rIns="0" bIns="0" rtlCol="0" anchor="t"/>
          <a:lstStyle/>
          <a:p>
            <a:pPr indent="0" marL="0">
              <a:buNone/>
            </a:pPr>
            <a:r>
              <a:rPr lang="en-US" sz="1600" dirty="0">
                <a:solidFill>
                  <a:schemeClr val="tx2"/>
                </a:solidFill>
                <a:latin typeface="Malgun Gothic" pitchFamily="34" charset="0"/>
                <a:ea typeface="Malgun Gothic" pitchFamily="34" charset="-122"/>
                <a:cs typeface="Malgun Gothic" pitchFamily="34" charset="-120"/>
              </a:rPr>
              <a:t>입력</a:t>
            </a:r>
            <a:endParaRPr lang="en-US" sz="1600" dirty="0"/>
          </a:p>
        </p:txBody>
      </p:sp>
      <p:sp>
        <p:nvSpPr>
          <p:cNvPr id="5" name="Text 3"/>
          <p:cNvSpPr txBox="1"/>
          <p:nvPr/>
        </p:nvSpPr>
        <p:spPr>
          <a:xfrm>
            <a:off x="822960" y="2377440"/>
            <a:ext cx="2834640" cy="1280160"/>
          </a:xfrm>
          <a:prstGeom prst="rect">
            <a:avLst/>
          </a:prstGeom>
          <a:noFill/>
          <a:ln/>
        </p:spPr>
        <p:txBody>
          <a:bodyPr wrap="square" lIns="0" tIns="0" rIns="0" bIns="0" rtlCol="0" anchor="t"/>
          <a:lstStyle/>
          <a:p>
            <a:pPr indent="0" marL="0">
              <a:lnSpc>
                <a:spcPct val="120000"/>
              </a:lnSpc>
              <a:buNone/>
            </a:pPr>
            <a:r>
              <a:rPr lang="en-US" sz="2200" b="1" dirty="0">
                <a:solidFill>
                  <a:schemeClr val="tx1"/>
                </a:solidFill>
                <a:latin typeface="Malgun Gothic" pitchFamily="34" charset="0"/>
                <a:ea typeface="Malgun Gothic" pitchFamily="34" charset="-122"/>
                <a:cs typeface="Malgun Gothic" pitchFamily="34" charset="-120"/>
              </a:rPr>
              <a:t>건수 · 안전 여부</a:t>
            </a:r>
            <a:endParaRPr lang="en-US" sz="2200" dirty="0"/>
          </a:p>
          <a:p>
            <a:pPr indent="0" marL="0">
              <a:lnSpc>
                <a:spcPct val="120000"/>
              </a:lnSpc>
              <a:buNone/>
            </a:pPr>
            <a:r>
              <a:rPr lang="en-US" sz="2200" b="1" dirty="0">
                <a:solidFill>
                  <a:schemeClr val="tx1"/>
                </a:solidFill>
                <a:latin typeface="Malgun Gothic" pitchFamily="34" charset="0"/>
                <a:ea typeface="Malgun Gothic" pitchFamily="34" charset="-122"/>
                <a:cs typeface="Malgun Gothic" pitchFamily="34" charset="-120"/>
              </a:rPr>
              <a:t>급증 · 미조치 시간</a:t>
            </a:r>
            <a:endParaRPr lang="en-US" sz="2200" dirty="0"/>
          </a:p>
        </p:txBody>
      </p:sp>
      <p:sp>
        <p:nvSpPr>
          <p:cNvPr id="6" name="Text 4"/>
          <p:cNvSpPr txBox="1"/>
          <p:nvPr/>
        </p:nvSpPr>
        <p:spPr>
          <a:xfrm>
            <a:off x="3931920" y="2468880"/>
            <a:ext cx="548640" cy="640080"/>
          </a:xfrm>
          <a:prstGeom prst="rect">
            <a:avLst/>
          </a:prstGeom>
          <a:noFill/>
          <a:ln/>
        </p:spPr>
        <p:txBody>
          <a:bodyPr wrap="square" lIns="0" tIns="0" rIns="0" bIns="0" rtlCol="0" anchor="t"/>
          <a:lstStyle/>
          <a:p>
            <a:pPr algn="ctr" indent="0" marL="0">
              <a:buNone/>
            </a:pPr>
            <a:r>
              <a:rPr lang="en-US" sz="3200" dirty="0">
                <a:solidFill>
                  <a:schemeClr val="tx2"/>
                </a:solidFill>
                <a:latin typeface="Malgun Gothic" pitchFamily="34" charset="0"/>
                <a:ea typeface="Malgun Gothic" pitchFamily="34" charset="-122"/>
                <a:cs typeface="Malgun Gothic" pitchFamily="34" charset="-120"/>
              </a:rPr>
              <a:t>→</a:t>
            </a:r>
            <a:endParaRPr lang="en-US" sz="3200" dirty="0"/>
          </a:p>
        </p:txBody>
      </p:sp>
      <p:sp>
        <p:nvSpPr>
          <p:cNvPr id="7" name="계산식"/>
          <p:cNvSpPr/>
          <p:nvPr/>
        </p:nvSpPr>
        <p:spPr>
          <a:xfrm>
            <a:off x="4572000" y="1737360"/>
            <a:ext cx="3108960" cy="2194560"/>
          </a:xfrm>
          <a:prstGeom prst="roundRect">
            <a:avLst>
              <a:gd name="adj" fmla="val 6250"/>
            </a:avLst>
          </a:prstGeom>
          <a:solidFill>
            <a:schemeClr val="bg2"/>
          </a:solidFill>
          <a:ln w="12700">
            <a:solidFill>
              <a:srgbClr val="2A3550"/>
            </a:solidFill>
            <a:prstDash val="solid"/>
          </a:ln>
        </p:spPr>
      </p:sp>
      <p:sp>
        <p:nvSpPr>
          <p:cNvPr id="8" name="Text 6"/>
          <p:cNvSpPr txBox="1"/>
          <p:nvPr/>
        </p:nvSpPr>
        <p:spPr>
          <a:xfrm>
            <a:off x="4846320" y="1920240"/>
            <a:ext cx="2743200" cy="365760"/>
          </a:xfrm>
          <a:prstGeom prst="rect">
            <a:avLst/>
          </a:prstGeom>
          <a:noFill/>
          <a:ln/>
        </p:spPr>
        <p:txBody>
          <a:bodyPr wrap="square" lIns="0" tIns="0" rIns="0" bIns="0" rtlCol="0" anchor="t"/>
          <a:lstStyle/>
          <a:p>
            <a:pPr indent="0" marL="0">
              <a:buNone/>
            </a:pPr>
            <a:r>
              <a:rPr lang="en-US" sz="1600" dirty="0">
                <a:solidFill>
                  <a:schemeClr val="tx2"/>
                </a:solidFill>
                <a:latin typeface="Malgun Gothic" pitchFamily="34" charset="0"/>
                <a:ea typeface="Malgun Gothic" pitchFamily="34" charset="-122"/>
                <a:cs typeface="Malgun Gothic" pitchFamily="34" charset="-120"/>
              </a:rPr>
              <a:t>계산</a:t>
            </a:r>
            <a:endParaRPr lang="en-US" sz="1600" dirty="0"/>
          </a:p>
        </p:txBody>
      </p:sp>
      <p:sp>
        <p:nvSpPr>
          <p:cNvPr id="9" name="Text 7"/>
          <p:cNvSpPr txBox="1"/>
          <p:nvPr/>
        </p:nvSpPr>
        <p:spPr>
          <a:xfrm>
            <a:off x="4846320" y="2377440"/>
            <a:ext cx="2651760" cy="1280160"/>
          </a:xfrm>
          <a:prstGeom prst="rect">
            <a:avLst/>
          </a:prstGeom>
          <a:noFill/>
          <a:ln/>
        </p:spPr>
        <p:txBody>
          <a:bodyPr wrap="square" lIns="0" tIns="0" rIns="0" bIns="0" rtlCol="0" anchor="t"/>
          <a:lstStyle/>
          <a:p>
            <a:pPr indent="0" marL="0">
              <a:lnSpc>
                <a:spcPct val="120000"/>
              </a:lnSpc>
              <a:buNone/>
            </a:pPr>
            <a:r>
              <a:rPr lang="en-US" sz="2400" b="1" dirty="0">
                <a:solidFill>
                  <a:schemeClr val="accent1"/>
                </a:solidFill>
                <a:latin typeface="Malgun Gothic" pitchFamily="34" charset="0"/>
                <a:ea typeface="Malgun Gothic" pitchFamily="34" charset="-122"/>
                <a:cs typeface="Malgun Gothic" pitchFamily="34" charset="-120"/>
              </a:rPr>
              <a:t>공개된 계산식</a:t>
            </a:r>
            <a:endParaRPr lang="en-US" sz="2400" dirty="0"/>
          </a:p>
          <a:p>
            <a:pPr indent="0" marL="0">
              <a:lnSpc>
                <a:spcPct val="120000"/>
              </a:lnSpc>
              <a:buNone/>
            </a:pPr>
            <a:r>
              <a:rPr lang="en-US" sz="2400" b="1" dirty="0">
                <a:solidFill>
                  <a:schemeClr val="accent1"/>
                </a:solidFill>
                <a:latin typeface="Malgun Gothic" pitchFamily="34" charset="0"/>
                <a:ea typeface="Malgun Gothic" pitchFamily="34" charset="-122"/>
                <a:cs typeface="Malgun Gothic" pitchFamily="34" charset="-120"/>
              </a:rPr>
              <a:t>(코드)</a:t>
            </a:r>
            <a:endParaRPr lang="en-US" sz="2400" dirty="0"/>
          </a:p>
        </p:txBody>
      </p:sp>
      <p:sp>
        <p:nvSpPr>
          <p:cNvPr id="10" name="Text 8"/>
          <p:cNvSpPr txBox="1"/>
          <p:nvPr/>
        </p:nvSpPr>
        <p:spPr>
          <a:xfrm>
            <a:off x="7772400" y="2468880"/>
            <a:ext cx="548640" cy="640080"/>
          </a:xfrm>
          <a:prstGeom prst="rect">
            <a:avLst/>
          </a:prstGeom>
          <a:noFill/>
          <a:ln/>
        </p:spPr>
        <p:txBody>
          <a:bodyPr wrap="square" lIns="0" tIns="0" rIns="0" bIns="0" rtlCol="0" anchor="t"/>
          <a:lstStyle/>
          <a:p>
            <a:pPr algn="ctr" indent="0" marL="0">
              <a:buNone/>
            </a:pPr>
            <a:r>
              <a:rPr lang="en-US" sz="3200" dirty="0">
                <a:solidFill>
                  <a:schemeClr val="tx2"/>
                </a:solidFill>
                <a:latin typeface="Malgun Gothic" pitchFamily="34" charset="0"/>
                <a:ea typeface="Malgun Gothic" pitchFamily="34" charset="-122"/>
                <a:cs typeface="Malgun Gothic" pitchFamily="34" charset="-120"/>
              </a:rPr>
              <a:t>→</a:t>
            </a:r>
            <a:endParaRPr lang="en-US" sz="3200" dirty="0"/>
          </a:p>
        </p:txBody>
      </p:sp>
      <p:sp>
        <p:nvSpPr>
          <p:cNvPr id="11" name="등급"/>
          <p:cNvSpPr/>
          <p:nvPr/>
        </p:nvSpPr>
        <p:spPr>
          <a:xfrm>
            <a:off x="8412480" y="1737360"/>
            <a:ext cx="3200400" cy="2194560"/>
          </a:xfrm>
          <a:prstGeom prst="roundRect">
            <a:avLst>
              <a:gd name="adj" fmla="val 6250"/>
            </a:avLst>
          </a:prstGeom>
          <a:solidFill>
            <a:schemeClr val="bg2"/>
          </a:solidFill>
          <a:ln w="12700">
            <a:solidFill>
              <a:srgbClr val="2A3550"/>
            </a:solidFill>
            <a:prstDash val="solid"/>
          </a:ln>
        </p:spPr>
      </p:sp>
      <p:sp>
        <p:nvSpPr>
          <p:cNvPr id="12" name="Text 10"/>
          <p:cNvSpPr txBox="1"/>
          <p:nvPr/>
        </p:nvSpPr>
        <p:spPr>
          <a:xfrm>
            <a:off x="8686800" y="1920240"/>
            <a:ext cx="2743200" cy="365760"/>
          </a:xfrm>
          <a:prstGeom prst="rect">
            <a:avLst/>
          </a:prstGeom>
          <a:noFill/>
          <a:ln/>
        </p:spPr>
        <p:txBody>
          <a:bodyPr wrap="square" lIns="0" tIns="0" rIns="0" bIns="0" rtlCol="0" anchor="t"/>
          <a:lstStyle/>
          <a:p>
            <a:pPr indent="0" marL="0">
              <a:buNone/>
            </a:pPr>
            <a:r>
              <a:rPr lang="en-US" sz="1600" dirty="0">
                <a:solidFill>
                  <a:schemeClr val="tx2"/>
                </a:solidFill>
                <a:latin typeface="Malgun Gothic" pitchFamily="34" charset="0"/>
                <a:ea typeface="Malgun Gothic" pitchFamily="34" charset="-122"/>
                <a:cs typeface="Malgun Gothic" pitchFamily="34" charset="-120"/>
              </a:rPr>
              <a:t>결과</a:t>
            </a:r>
            <a:endParaRPr lang="en-US" sz="1600" dirty="0"/>
          </a:p>
        </p:txBody>
      </p:sp>
      <p:sp>
        <p:nvSpPr>
          <p:cNvPr id="13" name="Text 11"/>
          <p:cNvSpPr txBox="1"/>
          <p:nvPr/>
        </p:nvSpPr>
        <p:spPr>
          <a:xfrm>
            <a:off x="8686800" y="2423160"/>
            <a:ext cx="1188720" cy="457200"/>
          </a:xfrm>
          <a:prstGeom prst="roundRect">
            <a:avLst>
              <a:gd name="adj" fmla="val 50000"/>
            </a:avLst>
          </a:prstGeom>
          <a:solidFill>
            <a:srgbClr val="C0392B"/>
          </a:solidFill>
          <a:ln/>
        </p:spPr>
        <p:txBody>
          <a:bodyPr wrap="square" lIns="0" tIns="0" rIns="0" bIns="0" rtlCol="0" anchor="ctr"/>
          <a:lstStyle/>
          <a:p>
            <a:pPr algn="ctr" indent="0" marL="0">
              <a:buNone/>
            </a:pPr>
            <a:r>
              <a:rPr lang="en-US" sz="1800" b="1" dirty="0">
                <a:solidFill>
                  <a:srgbClr val="FFFFFF"/>
                </a:solidFill>
              </a:rPr>
              <a:t>즉시</a:t>
            </a:r>
            <a:endParaRPr lang="en-US" sz="1800" dirty="0"/>
          </a:p>
        </p:txBody>
      </p:sp>
      <p:sp>
        <p:nvSpPr>
          <p:cNvPr id="14" name="Text 12"/>
          <p:cNvSpPr txBox="1"/>
          <p:nvPr/>
        </p:nvSpPr>
        <p:spPr>
          <a:xfrm>
            <a:off x="10058400" y="2441448"/>
            <a:ext cx="1005840" cy="411480"/>
          </a:xfrm>
          <a:prstGeom prst="roundRect">
            <a:avLst>
              <a:gd name="adj" fmla="val 48889"/>
            </a:avLst>
          </a:prstGeom>
          <a:solidFill>
            <a:srgbClr val="A84D00"/>
          </a:solidFill>
          <a:ln/>
        </p:spPr>
        <p:txBody>
          <a:bodyPr wrap="square" lIns="0" tIns="0" rIns="0" bIns="0" rtlCol="0" anchor="ctr"/>
          <a:lstStyle/>
          <a:p>
            <a:pPr algn="ctr" indent="0" marL="0">
              <a:buNone/>
            </a:pPr>
            <a:r>
              <a:rPr lang="en-US" sz="1800" b="1" dirty="0">
                <a:solidFill>
                  <a:srgbClr val="FFFFFF"/>
                </a:solidFill>
              </a:rPr>
              <a:t>높음</a:t>
            </a:r>
            <a:endParaRPr lang="en-US" sz="1800" dirty="0"/>
          </a:p>
        </p:txBody>
      </p:sp>
      <p:sp>
        <p:nvSpPr>
          <p:cNvPr id="15" name="Text 13"/>
          <p:cNvSpPr txBox="1"/>
          <p:nvPr/>
        </p:nvSpPr>
        <p:spPr>
          <a:xfrm>
            <a:off x="8778240" y="3108960"/>
            <a:ext cx="1005840" cy="411480"/>
          </a:xfrm>
          <a:prstGeom prst="roundRect">
            <a:avLst>
              <a:gd name="adj" fmla="val 48889"/>
            </a:avLst>
          </a:prstGeom>
          <a:solidFill>
            <a:srgbClr val="F2C94C"/>
          </a:solidFill>
          <a:ln/>
        </p:spPr>
        <p:txBody>
          <a:bodyPr wrap="square" lIns="0" tIns="0" rIns="0" bIns="0" rtlCol="0" anchor="ctr"/>
          <a:lstStyle/>
          <a:p>
            <a:pPr algn="ctr" indent="0" marL="0">
              <a:buNone/>
            </a:pPr>
            <a:r>
              <a:rPr lang="en-US" sz="1800" b="1" dirty="0">
                <a:solidFill>
                  <a:srgbClr val="1B1B1B"/>
                </a:solidFill>
              </a:rPr>
              <a:t>보통</a:t>
            </a:r>
            <a:endParaRPr lang="en-US" sz="1800" dirty="0"/>
          </a:p>
        </p:txBody>
      </p:sp>
      <p:sp>
        <p:nvSpPr>
          <p:cNvPr id="16" name="Text 14"/>
          <p:cNvSpPr txBox="1"/>
          <p:nvPr/>
        </p:nvSpPr>
        <p:spPr>
          <a:xfrm>
            <a:off x="10058400" y="3108960"/>
            <a:ext cx="1005840" cy="411480"/>
          </a:xfrm>
          <a:prstGeom prst="roundRect">
            <a:avLst>
              <a:gd name="adj" fmla="val 48889"/>
            </a:avLst>
          </a:prstGeom>
          <a:solidFill>
            <a:srgbClr val="2A3550"/>
          </a:solidFill>
          <a:ln/>
        </p:spPr>
        <p:txBody>
          <a:bodyPr wrap="square" lIns="0" tIns="0" rIns="0" bIns="0" rtlCol="0" anchor="ctr"/>
          <a:lstStyle/>
          <a:p>
            <a:pPr algn="ctr" indent="0" marL="0">
              <a:buNone/>
            </a:pPr>
            <a:r>
              <a:rPr lang="en-US" sz="1800" b="1" dirty="0">
                <a:solidFill>
                  <a:schemeClr val="accent5"/>
                </a:solidFill>
              </a:rPr>
              <a:t>낮음</a:t>
            </a:r>
            <a:endParaRPr lang="en-US" sz="1800" dirty="0"/>
          </a:p>
        </p:txBody>
      </p:sp>
      <p:sp>
        <p:nvSpPr>
          <p:cNvPr id="17" name="Text 15"/>
          <p:cNvSpPr txBox="1"/>
          <p:nvPr/>
        </p:nvSpPr>
        <p:spPr>
          <a:xfrm>
            <a:off x="548640" y="4480560"/>
            <a:ext cx="10972800" cy="457200"/>
          </a:xfrm>
          <a:prstGeom prst="rect">
            <a:avLst/>
          </a:prstGeom>
          <a:noFill/>
          <a:ln/>
        </p:spPr>
        <p:txBody>
          <a:bodyPr wrap="square" lIns="0" tIns="0" rIns="0" bIns="0" rtlCol="0" anchor="t"/>
          <a:lstStyle/>
          <a:p>
            <a:pPr indent="0" marL="0">
              <a:buNone/>
            </a:pPr>
            <a:r>
              <a:rPr lang="en-US" sz="2400" b="1" dirty="0">
                <a:solidFill>
                  <a:schemeClr val="tx1"/>
                </a:solidFill>
                <a:latin typeface="Malgun Gothic" pitchFamily="34" charset="0"/>
                <a:ea typeface="Malgun Gothic" pitchFamily="34" charset="-122"/>
                <a:cs typeface="Malgun Gothic" pitchFamily="34" charset="-120"/>
              </a:rPr>
              <a:t>같은 상황이면 언제나 같은 순서가 나옵니다</a:t>
            </a:r>
            <a:endParaRPr lang="en-US" sz="2400" dirty="0"/>
          </a:p>
        </p:txBody>
      </p:sp>
      <p:sp>
        <p:nvSpPr>
          <p:cNvPr id="18" name="Text 16"/>
          <p:cNvSpPr txBox="1"/>
          <p:nvPr/>
        </p:nvSpPr>
        <p:spPr>
          <a:xfrm>
            <a:off x="548640" y="5029200"/>
            <a:ext cx="10972800" cy="457200"/>
          </a:xfrm>
          <a:prstGeom prst="rect">
            <a:avLst/>
          </a:prstGeom>
          <a:noFill/>
          <a:ln/>
        </p:spPr>
        <p:txBody>
          <a:bodyPr wrap="square" lIns="0" tIns="0" rIns="0" bIns="0" rtlCol="0" anchor="t"/>
          <a:lstStyle/>
          <a:p>
            <a:pPr indent="0" marL="0">
              <a:buNone/>
            </a:pPr>
            <a:r>
              <a:rPr lang="en-US" sz="2000" dirty="0">
                <a:solidFill>
                  <a:schemeClr val="tx2"/>
                </a:solidFill>
                <a:latin typeface="Malgun Gothic" pitchFamily="34" charset="0"/>
                <a:ea typeface="Malgun Gothic" pitchFamily="34" charset="-122"/>
                <a:cs typeface="Malgun Gothic" pitchFamily="34" charset="-120"/>
              </a:rPr>
              <a:t>AI는 이 계산 함수를 도구로 불러 결과를 받고, 무엇을 알리고 어떻게 설명할지만 판단합니다</a:t>
            </a:r>
            <a:endParaRPr lang="en-US" sz="2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rPr>
              <a:t>접수부터 요청서까지 한 흐름입니다</a:t>
            </a:r>
            <a:endParaRPr lang="en-US" sz="3600" dirty="0"/>
          </a:p>
        </p:txBody>
      </p:sp>
      <p:sp>
        <p:nvSpPr>
          <p:cNvPr id="3" name="QR 접수"/>
          <p:cNvSpPr/>
          <p:nvPr/>
        </p:nvSpPr>
        <p:spPr>
          <a:xfrm>
            <a:off x="548640" y="1508760"/>
            <a:ext cx="3154680" cy="1417320"/>
          </a:xfrm>
          <a:prstGeom prst="roundRect">
            <a:avLst>
              <a:gd name="adj" fmla="val 9677"/>
            </a:avLst>
          </a:prstGeom>
          <a:solidFill>
            <a:schemeClr val="bg2"/>
          </a:solidFill>
          <a:ln w="12700">
            <a:solidFill>
              <a:srgbClr val="2A3550"/>
            </a:solidFill>
            <a:prstDash val="solid"/>
          </a:ln>
        </p:spPr>
      </p:sp>
      <p:sp>
        <p:nvSpPr>
          <p:cNvPr id="4" name="Text 2"/>
          <p:cNvSpPr txBox="1"/>
          <p:nvPr/>
        </p:nvSpPr>
        <p:spPr>
          <a:xfrm>
            <a:off x="777240" y="1691640"/>
            <a:ext cx="2743200" cy="457200"/>
          </a:xfrm>
          <a:prstGeom prst="rect">
            <a:avLst/>
          </a:prstGeom>
          <a:noFill/>
          <a:ln/>
        </p:spPr>
        <p:txBody>
          <a:bodyPr wrap="square" lIns="0" tIns="0" rIns="0" bIns="0" rtlCol="0" anchor="t"/>
          <a:lstStyle/>
          <a:p>
            <a:pPr indent="0" marL="0">
              <a:buNone/>
            </a:pPr>
            <a:r>
              <a:rPr lang="en-US" sz="2200" b="1" dirty="0">
                <a:solidFill>
                  <a:schemeClr val="accent1"/>
                </a:solidFill>
                <a:latin typeface="Malgun Gothic" pitchFamily="34" charset="0"/>
                <a:ea typeface="Malgun Gothic" pitchFamily="34" charset="-122"/>
                <a:cs typeface="Malgun Gothic" pitchFamily="34" charset="-120"/>
              </a:rPr>
              <a:t>QR 접수</a:t>
            </a:r>
            <a:endParaRPr lang="en-US" sz="2200" dirty="0"/>
          </a:p>
        </p:txBody>
      </p:sp>
      <p:sp>
        <p:nvSpPr>
          <p:cNvPr id="5" name="Text 3"/>
          <p:cNvSpPr txBox="1"/>
          <p:nvPr/>
        </p:nvSpPr>
        <p:spPr>
          <a:xfrm>
            <a:off x="777240" y="2194560"/>
            <a:ext cx="2743200" cy="640080"/>
          </a:xfrm>
          <a:prstGeom prst="rect">
            <a:avLst/>
          </a:prstGeom>
          <a:noFill/>
          <a:ln/>
        </p:spPr>
        <p:txBody>
          <a:bodyPr wrap="square" lIns="0" tIns="0" rIns="0" bIns="0" rtlCol="0" anchor="t"/>
          <a:lstStyle/>
          <a:p>
            <a:pPr indent="0" marL="0">
              <a:buNone/>
            </a:pPr>
            <a:r>
              <a:rPr lang="en-US" sz="1500" dirty="0">
                <a:solidFill>
                  <a:schemeClr val="accent5"/>
                </a:solidFill>
                <a:latin typeface="Malgun Gothic" pitchFamily="34" charset="0"/>
                <a:ea typeface="Malgun Gothic" pitchFamily="34" charset="-122"/>
                <a:cs typeface="Malgun Gothic" pitchFamily="34" charset="-120"/>
              </a:rPr>
              <a:t>이름·연락처 없이 접수</a:t>
            </a:r>
            <a:endParaRPr lang="en-US" sz="1500" dirty="0"/>
          </a:p>
        </p:txBody>
      </p:sp>
      <p:sp>
        <p:nvSpPr>
          <p:cNvPr id="6" name="자동 분류"/>
          <p:cNvSpPr/>
          <p:nvPr/>
        </p:nvSpPr>
        <p:spPr>
          <a:xfrm>
            <a:off x="3886200" y="1508760"/>
            <a:ext cx="3154680" cy="1417320"/>
          </a:xfrm>
          <a:prstGeom prst="roundRect">
            <a:avLst>
              <a:gd name="adj" fmla="val 9677"/>
            </a:avLst>
          </a:prstGeom>
          <a:solidFill>
            <a:schemeClr val="bg2"/>
          </a:solidFill>
          <a:ln w="12700">
            <a:solidFill>
              <a:srgbClr val="2A3550"/>
            </a:solidFill>
            <a:prstDash val="solid"/>
          </a:ln>
        </p:spPr>
      </p:sp>
      <p:sp>
        <p:nvSpPr>
          <p:cNvPr id="7" name="Text 5"/>
          <p:cNvSpPr txBox="1"/>
          <p:nvPr/>
        </p:nvSpPr>
        <p:spPr>
          <a:xfrm>
            <a:off x="4114800" y="1691640"/>
            <a:ext cx="2743200" cy="457200"/>
          </a:xfrm>
          <a:prstGeom prst="rect">
            <a:avLst/>
          </a:prstGeom>
          <a:noFill/>
          <a:ln/>
        </p:spPr>
        <p:txBody>
          <a:bodyPr wrap="square" lIns="0" tIns="0" rIns="0" bIns="0" rtlCol="0" anchor="t"/>
          <a:lstStyle/>
          <a:p>
            <a:pPr indent="0" marL="0">
              <a:buNone/>
            </a:pPr>
            <a:r>
              <a:rPr lang="en-US" sz="2200" b="1" dirty="0">
                <a:solidFill>
                  <a:schemeClr val="accent1"/>
                </a:solidFill>
                <a:latin typeface="Malgun Gothic" pitchFamily="34" charset="0"/>
                <a:ea typeface="Malgun Gothic" pitchFamily="34" charset="-122"/>
                <a:cs typeface="Malgun Gothic" pitchFamily="34" charset="-120"/>
              </a:rPr>
              <a:t>자동 분류</a:t>
            </a:r>
            <a:endParaRPr lang="en-US" sz="2200" dirty="0"/>
          </a:p>
        </p:txBody>
      </p:sp>
      <p:sp>
        <p:nvSpPr>
          <p:cNvPr id="8" name="Text 6"/>
          <p:cNvSpPr txBox="1"/>
          <p:nvPr/>
        </p:nvSpPr>
        <p:spPr>
          <a:xfrm>
            <a:off x="4114800" y="2194560"/>
            <a:ext cx="2743200" cy="640080"/>
          </a:xfrm>
          <a:prstGeom prst="rect">
            <a:avLst/>
          </a:prstGeom>
          <a:noFill/>
          <a:ln/>
        </p:spPr>
        <p:txBody>
          <a:bodyPr wrap="square" lIns="0" tIns="0" rIns="0" bIns="0" rtlCol="0" anchor="t"/>
          <a:lstStyle/>
          <a:p>
            <a:pPr indent="0" marL="0">
              <a:buNone/>
            </a:pPr>
            <a:r>
              <a:rPr lang="en-US" sz="1500" dirty="0">
                <a:solidFill>
                  <a:schemeClr val="accent5"/>
                </a:solidFill>
                <a:latin typeface="Malgun Gothic" pitchFamily="34" charset="0"/>
                <a:ea typeface="Malgun Gothic" pitchFamily="34" charset="-122"/>
                <a:cs typeface="Malgun Gothic" pitchFamily="34" charset="-120"/>
              </a:rPr>
              <a:t>애매하면 ‘확인 필요’로</a:t>
            </a:r>
            <a:endParaRPr lang="en-US" sz="1500" dirty="0"/>
          </a:p>
        </p:txBody>
      </p:sp>
      <p:sp>
        <p:nvSpPr>
          <p:cNvPr id="9" name="관제 카드 · 브리핑"/>
          <p:cNvSpPr/>
          <p:nvPr/>
        </p:nvSpPr>
        <p:spPr>
          <a:xfrm>
            <a:off x="548640" y="3108960"/>
            <a:ext cx="3154680" cy="1417320"/>
          </a:xfrm>
          <a:prstGeom prst="roundRect">
            <a:avLst>
              <a:gd name="adj" fmla="val 9677"/>
            </a:avLst>
          </a:prstGeom>
          <a:solidFill>
            <a:schemeClr val="bg2"/>
          </a:solidFill>
          <a:ln w="12700">
            <a:solidFill>
              <a:srgbClr val="2A3550"/>
            </a:solidFill>
            <a:prstDash val="solid"/>
          </a:ln>
        </p:spPr>
      </p:sp>
      <p:sp>
        <p:nvSpPr>
          <p:cNvPr id="10" name="Text 8"/>
          <p:cNvSpPr txBox="1"/>
          <p:nvPr/>
        </p:nvSpPr>
        <p:spPr>
          <a:xfrm>
            <a:off x="777240" y="3291840"/>
            <a:ext cx="2743200" cy="457200"/>
          </a:xfrm>
          <a:prstGeom prst="rect">
            <a:avLst/>
          </a:prstGeom>
          <a:noFill/>
          <a:ln/>
        </p:spPr>
        <p:txBody>
          <a:bodyPr wrap="square" lIns="0" tIns="0" rIns="0" bIns="0" rtlCol="0" anchor="t"/>
          <a:lstStyle/>
          <a:p>
            <a:pPr indent="0" marL="0">
              <a:buNone/>
            </a:pPr>
            <a:r>
              <a:rPr lang="en-US" sz="2200" b="1" dirty="0">
                <a:solidFill>
                  <a:schemeClr val="accent1"/>
                </a:solidFill>
                <a:latin typeface="Malgun Gothic" pitchFamily="34" charset="0"/>
                <a:ea typeface="Malgun Gothic" pitchFamily="34" charset="-122"/>
                <a:cs typeface="Malgun Gothic" pitchFamily="34" charset="-120"/>
              </a:rPr>
              <a:t>관제 카드 · 브리핑</a:t>
            </a:r>
            <a:endParaRPr lang="en-US" sz="2200" dirty="0"/>
          </a:p>
        </p:txBody>
      </p:sp>
      <p:sp>
        <p:nvSpPr>
          <p:cNvPr id="11" name="Text 9"/>
          <p:cNvSpPr txBox="1"/>
          <p:nvPr/>
        </p:nvSpPr>
        <p:spPr>
          <a:xfrm>
            <a:off x="777240" y="3794760"/>
            <a:ext cx="2743200" cy="640080"/>
          </a:xfrm>
          <a:prstGeom prst="rect">
            <a:avLst/>
          </a:prstGeom>
          <a:noFill/>
          <a:ln/>
        </p:spPr>
        <p:txBody>
          <a:bodyPr wrap="square" lIns="0" tIns="0" rIns="0" bIns="0" rtlCol="0" anchor="t"/>
          <a:lstStyle/>
          <a:p>
            <a:pPr indent="0" marL="0">
              <a:buNone/>
            </a:pPr>
            <a:r>
              <a:rPr lang="en-US" sz="1500" dirty="0">
                <a:solidFill>
                  <a:schemeClr val="accent5"/>
                </a:solidFill>
                <a:latin typeface="Malgun Gothic" pitchFamily="34" charset="0"/>
                <a:ea typeface="Malgun Gothic" pitchFamily="34" charset="-122"/>
                <a:cs typeface="Malgun Gothic" pitchFamily="34" charset="-120"/>
              </a:rPr>
              <a:t>지금 먼저 할 일을 한 문단으로</a:t>
            </a:r>
            <a:endParaRPr lang="en-US" sz="1500" dirty="0"/>
          </a:p>
        </p:txBody>
      </p:sp>
      <p:sp>
        <p:nvSpPr>
          <p:cNvPr id="12" name="조치요청서"/>
          <p:cNvSpPr/>
          <p:nvPr/>
        </p:nvSpPr>
        <p:spPr>
          <a:xfrm>
            <a:off x="3886200" y="3108960"/>
            <a:ext cx="3154680" cy="1417320"/>
          </a:xfrm>
          <a:prstGeom prst="roundRect">
            <a:avLst>
              <a:gd name="adj" fmla="val 9677"/>
            </a:avLst>
          </a:prstGeom>
          <a:solidFill>
            <a:schemeClr val="bg2"/>
          </a:solidFill>
          <a:ln w="12700">
            <a:solidFill>
              <a:srgbClr val="2A3550"/>
            </a:solidFill>
            <a:prstDash val="solid"/>
          </a:ln>
        </p:spPr>
      </p:sp>
      <p:sp>
        <p:nvSpPr>
          <p:cNvPr id="13" name="Text 11"/>
          <p:cNvSpPr txBox="1"/>
          <p:nvPr/>
        </p:nvSpPr>
        <p:spPr>
          <a:xfrm>
            <a:off x="4114800" y="3291840"/>
            <a:ext cx="2743200" cy="457200"/>
          </a:xfrm>
          <a:prstGeom prst="rect">
            <a:avLst/>
          </a:prstGeom>
          <a:noFill/>
          <a:ln/>
        </p:spPr>
        <p:txBody>
          <a:bodyPr wrap="square" lIns="0" tIns="0" rIns="0" bIns="0" rtlCol="0" anchor="t"/>
          <a:lstStyle/>
          <a:p>
            <a:pPr indent="0" marL="0">
              <a:buNone/>
            </a:pPr>
            <a:r>
              <a:rPr lang="en-US" sz="2200" b="1" dirty="0">
                <a:solidFill>
                  <a:schemeClr val="accent1"/>
                </a:solidFill>
                <a:latin typeface="Malgun Gothic" pitchFamily="34" charset="0"/>
                <a:ea typeface="Malgun Gothic" pitchFamily="34" charset="-122"/>
                <a:cs typeface="Malgun Gothic" pitchFamily="34" charset="-120"/>
              </a:rPr>
              <a:t>조치요청서</a:t>
            </a:r>
            <a:endParaRPr lang="en-US" sz="2200" dirty="0"/>
          </a:p>
        </p:txBody>
      </p:sp>
      <p:sp>
        <p:nvSpPr>
          <p:cNvPr id="14" name="Text 12"/>
          <p:cNvSpPr txBox="1"/>
          <p:nvPr/>
        </p:nvSpPr>
        <p:spPr>
          <a:xfrm>
            <a:off x="4114800" y="3794760"/>
            <a:ext cx="2743200" cy="640080"/>
          </a:xfrm>
          <a:prstGeom prst="rect">
            <a:avLst/>
          </a:prstGeom>
          <a:noFill/>
          <a:ln/>
        </p:spPr>
        <p:txBody>
          <a:bodyPr wrap="square" lIns="0" tIns="0" rIns="0" bIns="0" rtlCol="0" anchor="t"/>
          <a:lstStyle/>
          <a:p>
            <a:pPr indent="0" marL="0">
              <a:buNone/>
            </a:pPr>
            <a:r>
              <a:rPr lang="en-US" sz="1500" dirty="0">
                <a:solidFill>
                  <a:schemeClr val="accent5"/>
                </a:solidFill>
                <a:latin typeface="Malgun Gothic" pitchFamily="34" charset="0"/>
                <a:ea typeface="Malgun Gothic" pitchFamily="34" charset="-122"/>
                <a:cs typeface="Malgun Gothic" pitchFamily="34" charset="-120"/>
              </a:rPr>
              <a:t>담당 부서용 문서를 DOCX로</a:t>
            </a:r>
            <a:endParaRPr lang="en-US" sz="1500" dirty="0"/>
          </a:p>
        </p:txBody>
      </p:sp>
      <p:sp>
        <p:nvSpPr>
          <p:cNvPr id="15" name="상태 반영"/>
          <p:cNvSpPr/>
          <p:nvPr/>
        </p:nvSpPr>
        <p:spPr>
          <a:xfrm>
            <a:off x="548640" y="4709160"/>
            <a:ext cx="3154680" cy="1417320"/>
          </a:xfrm>
          <a:prstGeom prst="roundRect">
            <a:avLst>
              <a:gd name="adj" fmla="val 9677"/>
            </a:avLst>
          </a:prstGeom>
          <a:solidFill>
            <a:schemeClr val="bg2"/>
          </a:solidFill>
          <a:ln w="12700">
            <a:solidFill>
              <a:srgbClr val="2A3550"/>
            </a:solidFill>
            <a:prstDash val="solid"/>
          </a:ln>
        </p:spPr>
      </p:sp>
      <p:sp>
        <p:nvSpPr>
          <p:cNvPr id="16" name="Text 14"/>
          <p:cNvSpPr txBox="1"/>
          <p:nvPr/>
        </p:nvSpPr>
        <p:spPr>
          <a:xfrm>
            <a:off x="777240" y="4892040"/>
            <a:ext cx="2743200" cy="457200"/>
          </a:xfrm>
          <a:prstGeom prst="rect">
            <a:avLst/>
          </a:prstGeom>
          <a:noFill/>
          <a:ln/>
        </p:spPr>
        <p:txBody>
          <a:bodyPr wrap="square" lIns="0" tIns="0" rIns="0" bIns="0" rtlCol="0" anchor="t"/>
          <a:lstStyle/>
          <a:p>
            <a:pPr indent="0" marL="0">
              <a:buNone/>
            </a:pPr>
            <a:r>
              <a:rPr lang="en-US" sz="2200" b="1" dirty="0">
                <a:solidFill>
                  <a:schemeClr val="accent1"/>
                </a:solidFill>
                <a:latin typeface="Malgun Gothic" pitchFamily="34" charset="0"/>
                <a:ea typeface="Malgun Gothic" pitchFamily="34" charset="-122"/>
                <a:cs typeface="Malgun Gothic" pitchFamily="34" charset="-120"/>
              </a:rPr>
              <a:t>상태 반영</a:t>
            </a:r>
            <a:endParaRPr lang="en-US" sz="2200" dirty="0"/>
          </a:p>
        </p:txBody>
      </p:sp>
      <p:sp>
        <p:nvSpPr>
          <p:cNvPr id="17" name="Text 15"/>
          <p:cNvSpPr txBox="1"/>
          <p:nvPr/>
        </p:nvSpPr>
        <p:spPr>
          <a:xfrm>
            <a:off x="777240" y="5394960"/>
            <a:ext cx="2743200" cy="640080"/>
          </a:xfrm>
          <a:prstGeom prst="rect">
            <a:avLst/>
          </a:prstGeom>
          <a:noFill/>
          <a:ln/>
        </p:spPr>
        <p:txBody>
          <a:bodyPr wrap="square" lIns="0" tIns="0" rIns="0" bIns="0" rtlCol="0" anchor="t"/>
          <a:lstStyle/>
          <a:p>
            <a:pPr indent="0" marL="0">
              <a:buNone/>
            </a:pPr>
            <a:r>
              <a:rPr lang="en-US" sz="1500" dirty="0">
                <a:solidFill>
                  <a:schemeClr val="accent5"/>
                </a:solidFill>
                <a:latin typeface="Malgun Gothic" pitchFamily="34" charset="0"/>
                <a:ea typeface="Malgun Gothic" pitchFamily="34" charset="-122"/>
                <a:cs typeface="Malgun Gothic" pitchFamily="34" charset="-120"/>
              </a:rPr>
              <a:t>조치가 늦으면 순위가 오름</a:t>
            </a:r>
            <a:endParaRPr lang="en-US" sz="1500" dirty="0"/>
          </a:p>
        </p:txBody>
      </p:sp>
      <p:sp>
        <p:nvSpPr>
          <p:cNvPr id="18" name="설정만 바꿔 이관"/>
          <p:cNvSpPr/>
          <p:nvPr/>
        </p:nvSpPr>
        <p:spPr>
          <a:xfrm>
            <a:off x="3886200" y="4709160"/>
            <a:ext cx="3154680" cy="1417320"/>
          </a:xfrm>
          <a:prstGeom prst="roundRect">
            <a:avLst>
              <a:gd name="adj" fmla="val 9677"/>
            </a:avLst>
          </a:prstGeom>
          <a:solidFill>
            <a:schemeClr val="bg2"/>
          </a:solidFill>
          <a:ln w="12700">
            <a:solidFill>
              <a:srgbClr val="2A3550"/>
            </a:solidFill>
            <a:prstDash val="solid"/>
          </a:ln>
        </p:spPr>
      </p:sp>
      <p:sp>
        <p:nvSpPr>
          <p:cNvPr id="19" name="Text 17"/>
          <p:cNvSpPr txBox="1"/>
          <p:nvPr/>
        </p:nvSpPr>
        <p:spPr>
          <a:xfrm>
            <a:off x="4114800" y="4892040"/>
            <a:ext cx="2743200" cy="457200"/>
          </a:xfrm>
          <a:prstGeom prst="rect">
            <a:avLst/>
          </a:prstGeom>
          <a:noFill/>
          <a:ln/>
        </p:spPr>
        <p:txBody>
          <a:bodyPr wrap="square" lIns="0" tIns="0" rIns="0" bIns="0" rtlCol="0" anchor="t"/>
          <a:lstStyle/>
          <a:p>
            <a:pPr indent="0" marL="0">
              <a:buNone/>
            </a:pPr>
            <a:r>
              <a:rPr lang="en-US" sz="2200" b="1" dirty="0">
                <a:solidFill>
                  <a:schemeClr val="accent1"/>
                </a:solidFill>
                <a:latin typeface="Malgun Gothic" pitchFamily="34" charset="0"/>
                <a:ea typeface="Malgun Gothic" pitchFamily="34" charset="-122"/>
                <a:cs typeface="Malgun Gothic" pitchFamily="34" charset="-120"/>
              </a:rPr>
              <a:t>설정만 바꿔 이관</a:t>
            </a:r>
            <a:endParaRPr lang="en-US" sz="2200" dirty="0"/>
          </a:p>
        </p:txBody>
      </p:sp>
      <p:sp>
        <p:nvSpPr>
          <p:cNvPr id="20" name="Text 18"/>
          <p:cNvSpPr txBox="1"/>
          <p:nvPr/>
        </p:nvSpPr>
        <p:spPr>
          <a:xfrm>
            <a:off x="4114800" y="5394960"/>
            <a:ext cx="2743200" cy="640080"/>
          </a:xfrm>
          <a:prstGeom prst="rect">
            <a:avLst/>
          </a:prstGeom>
          <a:noFill/>
          <a:ln/>
        </p:spPr>
        <p:txBody>
          <a:bodyPr wrap="square" lIns="0" tIns="0" rIns="0" bIns="0" rtlCol="0" anchor="t"/>
          <a:lstStyle/>
          <a:p>
            <a:pPr indent="0" marL="0">
              <a:buNone/>
            </a:pPr>
            <a:r>
              <a:rPr lang="en-US" sz="1500" dirty="0">
                <a:solidFill>
                  <a:schemeClr val="accent5"/>
                </a:solidFill>
                <a:latin typeface="Malgun Gothic" pitchFamily="34" charset="0"/>
                <a:ea typeface="Malgun Gothic" pitchFamily="34" charset="-122"/>
                <a:cs typeface="Malgun Gothic" pitchFamily="34" charset="-120"/>
              </a:rPr>
              <a:t>구역·부서·유형은 설정 데이터</a:t>
            </a:r>
            <a:endParaRPr lang="en-US" sz="1500" dirty="0"/>
          </a:p>
        </p:txBody>
      </p:sp>
      <p:sp>
        <p:nvSpPr>
          <p:cNvPr id="21" name="AI 동작 보기 캡처 틀"/>
          <p:cNvSpPr/>
          <p:nvPr/>
        </p:nvSpPr>
        <p:spPr>
          <a:xfrm>
            <a:off x="7827264" y="1472184"/>
            <a:ext cx="3182112" cy="4526280"/>
          </a:xfrm>
          <a:prstGeom prst="roundRect">
            <a:avLst>
              <a:gd name="adj" fmla="val 2874"/>
            </a:avLst>
          </a:prstGeom>
          <a:solidFill>
            <a:srgbClr val="000000"/>
          </a:solidFill>
          <a:ln w="12700">
            <a:solidFill>
              <a:srgbClr val="2A3550"/>
            </a:solidFill>
            <a:prstDash val="solid"/>
          </a:ln>
        </p:spPr>
      </p:sp>
      <p:pic>
        <p:nvPicPr>
          <p:cNvPr id="22" name="AI 동작 보기 캡처" descr="C:\Users\12kjm\AppData\Local\Temp\claude\C--Users-12kjm-Desktop-ai---\e40e94dc-effb-494b-ade9-07578c2da15c\scratchpad\deck\img\flow.png">    </p:cNvPr>
          <p:cNvPicPr>
            <a:picLocks noChangeAspect="1"/>
          </p:cNvPicPr>
          <p:nvPr/>
        </p:nvPicPr>
        <p:blipFill>
          <a:blip r:embed="rId1"/>
          <a:stretch>
            <a:fillRect/>
          </a:stretch>
        </p:blipFill>
        <p:spPr>
          <a:xfrm>
            <a:off x="7863840" y="1508760"/>
            <a:ext cx="3108960" cy="4453128"/>
          </a:xfrm>
          <a:prstGeom prst="rect">
            <a:avLst/>
          </a:prstGeom>
        </p:spPr>
      </p:pic>
      <p:sp>
        <p:nvSpPr>
          <p:cNvPr id="23" name="Text 20"/>
          <p:cNvSpPr txBox="1"/>
          <p:nvPr/>
        </p:nvSpPr>
        <p:spPr>
          <a:xfrm>
            <a:off x="7498080" y="6035040"/>
            <a:ext cx="4206240" cy="274320"/>
          </a:xfrm>
          <a:prstGeom prst="rect">
            <a:avLst/>
          </a:prstGeom>
          <a:noFill/>
          <a:ln/>
        </p:spPr>
        <p:txBody>
          <a:bodyPr wrap="square" lIns="0" tIns="0" rIns="0" bIns="0" rtlCol="0" anchor="t"/>
          <a:lstStyle/>
          <a:p>
            <a:pPr algn="ctr" indent="0" marL="0">
              <a:buNone/>
            </a:pPr>
            <a:r>
              <a:rPr lang="en-US" sz="1200" dirty="0">
                <a:solidFill>
                  <a:schemeClr val="tx2"/>
                </a:solidFill>
                <a:latin typeface="Malgun Gothic" pitchFamily="34" charset="0"/>
                <a:ea typeface="Malgun Gothic" pitchFamily="34" charset="-122"/>
                <a:cs typeface="Malgun Gothic" pitchFamily="34" charset="-120"/>
              </a:rPr>
              <a:t>AI 동작 보기 — 에이전트가 부른 도구 기록</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rPr>
              <a:t>시연영상 2분 57초</a:t>
            </a:r>
            <a:endParaRPr lang="en-US" sz="3600" dirty="0"/>
          </a:p>
        </p:txBody>
      </p:sp>
      <p:sp>
        <p:nvSpPr>
          <p:cNvPr id="3" name="조치요청서 캡처 틀"/>
          <p:cNvSpPr/>
          <p:nvPr/>
        </p:nvSpPr>
        <p:spPr>
          <a:xfrm>
            <a:off x="512064" y="1426464"/>
            <a:ext cx="5650992" cy="4617720"/>
          </a:xfrm>
          <a:prstGeom prst="roundRect">
            <a:avLst>
              <a:gd name="adj" fmla="val 1980"/>
            </a:avLst>
          </a:prstGeom>
          <a:solidFill>
            <a:srgbClr val="000000"/>
          </a:solidFill>
          <a:ln w="12700">
            <a:solidFill>
              <a:srgbClr val="2A3550"/>
            </a:solidFill>
            <a:prstDash val="solid"/>
          </a:ln>
        </p:spPr>
      </p:sp>
      <p:pic>
        <p:nvPicPr>
          <p:cNvPr id="4" name="조치요청서 캡처" descr="C:\Users\12kjm\AppData\Local\Temp\claude\C--Users-12kjm-Desktop-ai---\e40e94dc-effb-494b-ade9-07578c2da15c\scratchpad\deck\img\doc.png">    </p:cNvPr>
          <p:cNvPicPr>
            <a:picLocks noChangeAspect="1"/>
          </p:cNvPicPr>
          <p:nvPr/>
        </p:nvPicPr>
        <p:blipFill>
          <a:blip r:embed="rId1"/>
          <a:stretch>
            <a:fillRect/>
          </a:stretch>
        </p:blipFill>
        <p:spPr>
          <a:xfrm>
            <a:off x="548640" y="1463040"/>
            <a:ext cx="5577840" cy="4544568"/>
          </a:xfrm>
          <a:prstGeom prst="rect">
            <a:avLst/>
          </a:prstGeom>
        </p:spPr>
      </p:pic>
      <p:sp>
        <p:nvSpPr>
          <p:cNvPr id="5" name="Text 2"/>
          <p:cNvSpPr txBox="1"/>
          <p:nvPr/>
        </p:nvSpPr>
        <p:spPr>
          <a:xfrm>
            <a:off x="6583680" y="1554480"/>
            <a:ext cx="1554480" cy="457200"/>
          </a:xfrm>
          <a:prstGeom prst="rect">
            <a:avLst/>
          </a:prstGeom>
          <a:noFill/>
          <a:ln/>
        </p:spPr>
        <p:txBody>
          <a:bodyPr wrap="square" lIns="0" tIns="0" rIns="0" bIns="0" rtlCol="0" anchor="t"/>
          <a:lstStyle/>
          <a:p>
            <a:pPr indent="0" marL="0">
              <a:buNone/>
            </a:pPr>
            <a:r>
              <a:rPr lang="en-US" sz="2200" b="1" dirty="0">
                <a:solidFill>
                  <a:schemeClr val="accent1"/>
                </a:solidFill>
                <a:latin typeface="Malgun Gothic" pitchFamily="34" charset="0"/>
                <a:ea typeface="Malgun Gothic" pitchFamily="34" charset="-122"/>
                <a:cs typeface="Malgun Gothic" pitchFamily="34" charset="-120"/>
              </a:rPr>
              <a:t>입력</a:t>
            </a:r>
            <a:endParaRPr lang="en-US" sz="2200" dirty="0"/>
          </a:p>
        </p:txBody>
      </p:sp>
      <p:sp>
        <p:nvSpPr>
          <p:cNvPr id="6" name="Text 3"/>
          <p:cNvSpPr txBox="1"/>
          <p:nvPr/>
        </p:nvSpPr>
        <p:spPr>
          <a:xfrm>
            <a:off x="8138160" y="1600200"/>
            <a:ext cx="3657600" cy="822960"/>
          </a:xfrm>
          <a:prstGeom prst="rect">
            <a:avLst/>
          </a:prstGeom>
          <a:noFill/>
          <a:ln/>
        </p:spPr>
        <p:txBody>
          <a:bodyPr wrap="square" lIns="0" tIns="0" rIns="0" bIns="0" rtlCol="0" anchor="t"/>
          <a:lstStyle/>
          <a:p>
            <a:pPr indent="0" marL="0">
              <a:buNone/>
            </a:pPr>
            <a:r>
              <a:rPr lang="en-US" sz="1800" dirty="0">
                <a:solidFill>
                  <a:schemeClr val="tx1"/>
                </a:solidFill>
                <a:latin typeface="Malgun Gothic" pitchFamily="34" charset="0"/>
                <a:ea typeface="Malgun Gothic" pitchFamily="34" charset="-122"/>
                <a:cs typeface="Malgun Gothic" pitchFamily="34" charset="-120"/>
              </a:rPr>
              <a:t>방문객이 QR로 민원을 남김</a:t>
            </a:r>
            <a:endParaRPr lang="en-US" sz="1800" dirty="0"/>
          </a:p>
        </p:txBody>
      </p:sp>
      <p:sp>
        <p:nvSpPr>
          <p:cNvPr id="7" name="Text 4"/>
          <p:cNvSpPr txBox="1"/>
          <p:nvPr/>
        </p:nvSpPr>
        <p:spPr>
          <a:xfrm>
            <a:off x="6583680" y="2651760"/>
            <a:ext cx="1554480" cy="457200"/>
          </a:xfrm>
          <a:prstGeom prst="rect">
            <a:avLst/>
          </a:prstGeom>
          <a:noFill/>
          <a:ln/>
        </p:spPr>
        <p:txBody>
          <a:bodyPr wrap="square" lIns="0" tIns="0" rIns="0" bIns="0" rtlCol="0" anchor="t"/>
          <a:lstStyle/>
          <a:p>
            <a:pPr indent="0" marL="0">
              <a:buNone/>
            </a:pPr>
            <a:r>
              <a:rPr lang="en-US" sz="2200" b="1" dirty="0">
                <a:solidFill>
                  <a:schemeClr val="accent1"/>
                </a:solidFill>
                <a:latin typeface="Malgun Gothic" pitchFamily="34" charset="0"/>
                <a:ea typeface="Malgun Gothic" pitchFamily="34" charset="-122"/>
                <a:cs typeface="Malgun Gothic" pitchFamily="34" charset="-120"/>
              </a:rPr>
              <a:t>판단</a:t>
            </a:r>
            <a:endParaRPr lang="en-US" sz="2200" dirty="0"/>
          </a:p>
        </p:txBody>
      </p:sp>
      <p:sp>
        <p:nvSpPr>
          <p:cNvPr id="8" name="Text 5"/>
          <p:cNvSpPr txBox="1"/>
          <p:nvPr/>
        </p:nvSpPr>
        <p:spPr>
          <a:xfrm>
            <a:off x="8138160" y="2697480"/>
            <a:ext cx="3657600" cy="822960"/>
          </a:xfrm>
          <a:prstGeom prst="rect">
            <a:avLst/>
          </a:prstGeom>
          <a:noFill/>
          <a:ln/>
        </p:spPr>
        <p:txBody>
          <a:bodyPr wrap="square" lIns="0" tIns="0" rIns="0" bIns="0" rtlCol="0" anchor="t"/>
          <a:lstStyle/>
          <a:p>
            <a:pPr indent="0" marL="0">
              <a:buNone/>
            </a:pPr>
            <a:r>
              <a:rPr lang="en-US" sz="1800" dirty="0">
                <a:solidFill>
                  <a:schemeClr val="tx1"/>
                </a:solidFill>
                <a:latin typeface="Malgun Gothic" pitchFamily="34" charset="0"/>
                <a:ea typeface="Malgun Gothic" pitchFamily="34" charset="-122"/>
                <a:cs typeface="Malgun Gothic" pitchFamily="34" charset="-120"/>
              </a:rPr>
              <a:t>분류 에이전트가 「안전」으로 분류</a:t>
            </a:r>
            <a:endParaRPr lang="en-US" sz="1800" dirty="0"/>
          </a:p>
        </p:txBody>
      </p:sp>
      <p:sp>
        <p:nvSpPr>
          <p:cNvPr id="9" name="Text 6"/>
          <p:cNvSpPr txBox="1"/>
          <p:nvPr/>
        </p:nvSpPr>
        <p:spPr>
          <a:xfrm>
            <a:off x="6583680" y="3749040"/>
            <a:ext cx="1554480" cy="457200"/>
          </a:xfrm>
          <a:prstGeom prst="rect">
            <a:avLst/>
          </a:prstGeom>
          <a:noFill/>
          <a:ln/>
        </p:spPr>
        <p:txBody>
          <a:bodyPr wrap="square" lIns="0" tIns="0" rIns="0" bIns="0" rtlCol="0" anchor="t"/>
          <a:lstStyle/>
          <a:p>
            <a:pPr indent="0" marL="0">
              <a:buNone/>
            </a:pPr>
            <a:r>
              <a:rPr lang="en-US" sz="2200" b="1" dirty="0">
                <a:solidFill>
                  <a:schemeClr val="accent1"/>
                </a:solidFill>
                <a:latin typeface="Malgun Gothic" pitchFamily="34" charset="0"/>
                <a:ea typeface="Malgun Gothic" pitchFamily="34" charset="-122"/>
                <a:cs typeface="Malgun Gothic" pitchFamily="34" charset="-120"/>
              </a:rPr>
              <a:t>도구 호출</a:t>
            </a:r>
            <a:endParaRPr lang="en-US" sz="2200" dirty="0"/>
          </a:p>
        </p:txBody>
      </p:sp>
      <p:sp>
        <p:nvSpPr>
          <p:cNvPr id="10" name="Text 7"/>
          <p:cNvSpPr txBox="1"/>
          <p:nvPr/>
        </p:nvSpPr>
        <p:spPr>
          <a:xfrm>
            <a:off x="8138160" y="3794760"/>
            <a:ext cx="3657600" cy="822960"/>
          </a:xfrm>
          <a:prstGeom prst="rect">
            <a:avLst/>
          </a:prstGeom>
          <a:noFill/>
          <a:ln/>
        </p:spPr>
        <p:txBody>
          <a:bodyPr wrap="square" lIns="0" tIns="0" rIns="0" bIns="0" rtlCol="0" anchor="t"/>
          <a:lstStyle/>
          <a:p>
            <a:pPr indent="0" marL="0">
              <a:buNone/>
            </a:pPr>
            <a:r>
              <a:rPr lang="en-US" sz="1800" dirty="0">
                <a:solidFill>
                  <a:schemeClr val="tx1"/>
                </a:solidFill>
                <a:latin typeface="Malgun Gothic" pitchFamily="34" charset="0"/>
                <a:ea typeface="Malgun Gothic" pitchFamily="34" charset="-122"/>
                <a:cs typeface="Malgun Gothic" pitchFamily="34" charset="-120"/>
              </a:rPr>
              <a:t>혼잡 민원이 1위로, 요청서 작성</a:t>
            </a:r>
            <a:endParaRPr lang="en-US" sz="1800" dirty="0"/>
          </a:p>
        </p:txBody>
      </p:sp>
      <p:sp>
        <p:nvSpPr>
          <p:cNvPr id="11" name="Text 8"/>
          <p:cNvSpPr txBox="1"/>
          <p:nvPr/>
        </p:nvSpPr>
        <p:spPr>
          <a:xfrm>
            <a:off x="6583680" y="4846320"/>
            <a:ext cx="1554480" cy="457200"/>
          </a:xfrm>
          <a:prstGeom prst="rect">
            <a:avLst/>
          </a:prstGeom>
          <a:noFill/>
          <a:ln/>
        </p:spPr>
        <p:txBody>
          <a:bodyPr wrap="square" lIns="0" tIns="0" rIns="0" bIns="0" rtlCol="0" anchor="t"/>
          <a:lstStyle/>
          <a:p>
            <a:pPr indent="0" marL="0">
              <a:buNone/>
            </a:pPr>
            <a:r>
              <a:rPr lang="en-US" sz="2200" b="1" dirty="0">
                <a:solidFill>
                  <a:schemeClr val="accent1"/>
                </a:solidFill>
                <a:latin typeface="Malgun Gothic" pitchFamily="34" charset="0"/>
                <a:ea typeface="Malgun Gothic" pitchFamily="34" charset="-122"/>
                <a:cs typeface="Malgun Gothic" pitchFamily="34" charset="-120"/>
              </a:rPr>
              <a:t>결과</a:t>
            </a:r>
            <a:endParaRPr lang="en-US" sz="2200" dirty="0"/>
          </a:p>
        </p:txBody>
      </p:sp>
      <p:sp>
        <p:nvSpPr>
          <p:cNvPr id="12" name="Text 9"/>
          <p:cNvSpPr txBox="1"/>
          <p:nvPr/>
        </p:nvSpPr>
        <p:spPr>
          <a:xfrm>
            <a:off x="8138160" y="4892040"/>
            <a:ext cx="3657600" cy="822960"/>
          </a:xfrm>
          <a:prstGeom prst="rect">
            <a:avLst/>
          </a:prstGeom>
          <a:noFill/>
          <a:ln/>
        </p:spPr>
        <p:txBody>
          <a:bodyPr wrap="square" lIns="0" tIns="0" rIns="0" bIns="0" rtlCol="0" anchor="t"/>
          <a:lstStyle/>
          <a:p>
            <a:pPr indent="0" marL="0">
              <a:buNone/>
            </a:pPr>
            <a:r>
              <a:rPr lang="en-US" sz="1800" dirty="0">
                <a:solidFill>
                  <a:schemeClr val="tx1"/>
                </a:solidFill>
                <a:latin typeface="Malgun Gothic" pitchFamily="34" charset="0"/>
                <a:ea typeface="Malgun Gothic" pitchFamily="34" charset="-122"/>
                <a:cs typeface="Malgun Gothic" pitchFamily="34" charset="-120"/>
              </a:rPr>
              <a:t>운영자가 상태를 바꾸면 다시 판정</a:t>
            </a:r>
            <a:endParaRPr lang="en-US" sz="1800" dirty="0"/>
          </a:p>
        </p:txBody>
      </p:sp>
      <p:sp>
        <p:nvSpPr>
          <p:cNvPr id="13" name="Text 10"/>
          <p:cNvSpPr txBox="1"/>
          <p:nvPr/>
        </p:nvSpPr>
        <p:spPr>
          <a:xfrm>
            <a:off x="6583680" y="5897880"/>
            <a:ext cx="5120640" cy="365760"/>
          </a:xfrm>
          <a:prstGeom prst="rect">
            <a:avLst/>
          </a:prstGeom>
          <a:noFill/>
          <a:ln/>
        </p:spPr>
        <p:txBody>
          <a:bodyPr wrap="square" lIns="0" tIns="0" rIns="0" bIns="0" rtlCol="0" anchor="t"/>
          <a:lstStyle/>
          <a:p>
            <a:pPr indent="0" marL="0">
              <a:buNone/>
            </a:pPr>
            <a:r>
              <a:rPr lang="en-US" sz="1300" dirty="0">
                <a:solidFill>
                  <a:schemeClr val="tx2"/>
                </a:solidFill>
                <a:latin typeface="Malgun Gothic" pitchFamily="34" charset="0"/>
                <a:ea typeface="Malgun Gothic" pitchFamily="34" charset="-122"/>
                <a:cs typeface="Malgun Gothic" pitchFamily="34" charset="-120"/>
              </a:rPr>
              <a:t>이태원 112 재현 · 설정 · DOCX 등 모든 기능을 영상에 담았습니다</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rPr>
              <a:t>개발 단계에서 확인한 것</a:t>
            </a:r>
            <a:endParaRPr lang="en-US" sz="3600" dirty="0"/>
          </a:p>
        </p:txBody>
      </p:sp>
      <p:sp>
        <p:nvSpPr>
          <p:cNvPr id="3" name="대표 테스트 케이스"/>
          <p:cNvSpPr/>
          <p:nvPr/>
        </p:nvSpPr>
        <p:spPr>
          <a:xfrm>
            <a:off x="548640" y="1508760"/>
            <a:ext cx="5440680" cy="2194560"/>
          </a:xfrm>
          <a:prstGeom prst="roundRect">
            <a:avLst>
              <a:gd name="adj" fmla="val 6250"/>
            </a:avLst>
          </a:prstGeom>
          <a:solidFill>
            <a:schemeClr val="bg2"/>
          </a:solidFill>
          <a:ln w="12700">
            <a:solidFill>
              <a:srgbClr val="2A3550"/>
            </a:solidFill>
            <a:prstDash val="solid"/>
          </a:ln>
        </p:spPr>
      </p:sp>
      <p:sp>
        <p:nvSpPr>
          <p:cNvPr id="4" name="Text 2"/>
          <p:cNvSpPr txBox="1"/>
          <p:nvPr/>
        </p:nvSpPr>
        <p:spPr>
          <a:xfrm>
            <a:off x="868680" y="1737360"/>
            <a:ext cx="4846320" cy="914400"/>
          </a:xfrm>
          <a:prstGeom prst="rect">
            <a:avLst/>
          </a:prstGeom>
          <a:noFill/>
          <a:ln/>
        </p:spPr>
        <p:txBody>
          <a:bodyPr wrap="square" lIns="0" tIns="0" rIns="0" bIns="0" rtlCol="0" anchor="t"/>
          <a:lstStyle/>
          <a:p>
            <a:pPr indent="0" marL="0">
              <a:buNone/>
            </a:pPr>
            <a:r>
              <a:rPr lang="en-US" sz="5400" b="1" dirty="0">
                <a:solidFill>
                  <a:schemeClr val="accent1"/>
                </a:solidFill>
                <a:latin typeface="Malgun Gothic" pitchFamily="34" charset="0"/>
                <a:ea typeface="Malgun Gothic" pitchFamily="34" charset="-122"/>
                <a:cs typeface="Malgun Gothic" pitchFamily="34" charset="-120"/>
              </a:rPr>
              <a:t>5/5</a:t>
            </a:r>
            <a:endParaRPr lang="en-US" sz="5400" dirty="0"/>
          </a:p>
        </p:txBody>
      </p:sp>
      <p:sp>
        <p:nvSpPr>
          <p:cNvPr id="5" name="Text 3"/>
          <p:cNvSpPr txBox="1"/>
          <p:nvPr/>
        </p:nvSpPr>
        <p:spPr>
          <a:xfrm>
            <a:off x="868680" y="2697480"/>
            <a:ext cx="4846320" cy="411480"/>
          </a:xfrm>
          <a:prstGeom prst="rect">
            <a:avLst/>
          </a:prstGeom>
          <a:noFill/>
          <a:ln/>
        </p:spPr>
        <p:txBody>
          <a:bodyPr wrap="square" lIns="0" tIns="0" rIns="0" bIns="0" rtlCol="0" anchor="t"/>
          <a:lstStyle/>
          <a:p>
            <a:pPr indent="0" marL="0">
              <a:buNone/>
            </a:pPr>
            <a:r>
              <a:rPr lang="en-US" sz="2200" b="1" dirty="0">
                <a:solidFill>
                  <a:schemeClr val="tx1"/>
                </a:solidFill>
                <a:latin typeface="Malgun Gothic" pitchFamily="34" charset="0"/>
                <a:ea typeface="Malgun Gothic" pitchFamily="34" charset="-122"/>
                <a:cs typeface="Malgun Gothic" pitchFamily="34" charset="-120"/>
              </a:rPr>
              <a:t>대표 테스트 케이스</a:t>
            </a:r>
            <a:endParaRPr lang="en-US" sz="2200" dirty="0"/>
          </a:p>
        </p:txBody>
      </p:sp>
      <p:sp>
        <p:nvSpPr>
          <p:cNvPr id="6" name="Text 4"/>
          <p:cNvSpPr txBox="1"/>
          <p:nvPr/>
        </p:nvSpPr>
        <p:spPr>
          <a:xfrm>
            <a:off x="868680" y="3154680"/>
            <a:ext cx="4846320" cy="365760"/>
          </a:xfrm>
          <a:prstGeom prst="rect">
            <a:avLst/>
          </a:prstGeom>
          <a:noFill/>
          <a:ln/>
        </p:spPr>
        <p:txBody>
          <a:bodyPr wrap="square" lIns="0" tIns="0" rIns="0" bIns="0" rtlCol="0" anchor="t"/>
          <a:lstStyle/>
          <a:p>
            <a:pPr indent="0" marL="0">
              <a:buNone/>
            </a:pPr>
            <a:r>
              <a:rPr lang="en-US" sz="1400" dirty="0">
                <a:solidFill>
                  <a:schemeClr val="tx2"/>
                </a:solidFill>
                <a:latin typeface="Malgun Gothic" pitchFamily="34" charset="0"/>
                <a:ea typeface="Malgun Gothic" pitchFamily="34" charset="-122"/>
                <a:cs typeface="Malgun Gothic" pitchFamily="34" charset="-120"/>
              </a:rPr>
              <a:t>정상 · 모호 · 데이터 없음 · API 오류 · 악의적 입력</a:t>
            </a:r>
            <a:endParaRPr lang="en-US" sz="1400" dirty="0"/>
          </a:p>
        </p:txBody>
      </p:sp>
      <p:sp>
        <p:nvSpPr>
          <p:cNvPr id="7" name="분류 정확도"/>
          <p:cNvSpPr/>
          <p:nvPr/>
        </p:nvSpPr>
        <p:spPr>
          <a:xfrm>
            <a:off x="6172200" y="1508760"/>
            <a:ext cx="5440680" cy="2194560"/>
          </a:xfrm>
          <a:prstGeom prst="roundRect">
            <a:avLst>
              <a:gd name="adj" fmla="val 6250"/>
            </a:avLst>
          </a:prstGeom>
          <a:solidFill>
            <a:schemeClr val="bg2"/>
          </a:solidFill>
          <a:ln w="12700">
            <a:solidFill>
              <a:srgbClr val="2A3550"/>
            </a:solidFill>
            <a:prstDash val="solid"/>
          </a:ln>
        </p:spPr>
      </p:sp>
      <p:sp>
        <p:nvSpPr>
          <p:cNvPr id="8" name="Text 6"/>
          <p:cNvSpPr txBox="1"/>
          <p:nvPr/>
        </p:nvSpPr>
        <p:spPr>
          <a:xfrm>
            <a:off x="6492240" y="1737360"/>
            <a:ext cx="4846320" cy="914400"/>
          </a:xfrm>
          <a:prstGeom prst="rect">
            <a:avLst/>
          </a:prstGeom>
          <a:noFill/>
          <a:ln/>
        </p:spPr>
        <p:txBody>
          <a:bodyPr wrap="square" lIns="0" tIns="0" rIns="0" bIns="0" rtlCol="0" anchor="t"/>
          <a:lstStyle/>
          <a:p>
            <a:pPr indent="0" marL="0">
              <a:buNone/>
            </a:pPr>
            <a:r>
              <a:rPr lang="en-US" sz="5400" b="1" dirty="0">
                <a:solidFill>
                  <a:schemeClr val="accent1"/>
                </a:solidFill>
                <a:latin typeface="Malgun Gothic" pitchFamily="34" charset="0"/>
                <a:ea typeface="Malgun Gothic" pitchFamily="34" charset="-122"/>
                <a:cs typeface="Malgun Gothic" pitchFamily="34" charset="-120"/>
              </a:rPr>
              <a:t>96.9%</a:t>
            </a:r>
            <a:endParaRPr lang="en-US" sz="5400" dirty="0"/>
          </a:p>
        </p:txBody>
      </p:sp>
      <p:sp>
        <p:nvSpPr>
          <p:cNvPr id="9" name="Text 7"/>
          <p:cNvSpPr txBox="1"/>
          <p:nvPr/>
        </p:nvSpPr>
        <p:spPr>
          <a:xfrm>
            <a:off x="6492240" y="2697480"/>
            <a:ext cx="4846320" cy="411480"/>
          </a:xfrm>
          <a:prstGeom prst="rect">
            <a:avLst/>
          </a:prstGeom>
          <a:noFill/>
          <a:ln/>
        </p:spPr>
        <p:txBody>
          <a:bodyPr wrap="square" lIns="0" tIns="0" rIns="0" bIns="0" rtlCol="0" anchor="t"/>
          <a:lstStyle/>
          <a:p>
            <a:pPr indent="0" marL="0">
              <a:buNone/>
            </a:pPr>
            <a:r>
              <a:rPr lang="en-US" sz="2200" b="1" dirty="0">
                <a:solidFill>
                  <a:schemeClr val="tx1"/>
                </a:solidFill>
                <a:latin typeface="Malgun Gothic" pitchFamily="34" charset="0"/>
                <a:ea typeface="Malgun Gothic" pitchFamily="34" charset="-122"/>
                <a:cs typeface="Malgun Gothic" pitchFamily="34" charset="-120"/>
              </a:rPr>
              <a:t>분류 정확도</a:t>
            </a:r>
            <a:endParaRPr lang="en-US" sz="2200" dirty="0"/>
          </a:p>
        </p:txBody>
      </p:sp>
      <p:sp>
        <p:nvSpPr>
          <p:cNvPr id="10" name="Text 8"/>
          <p:cNvSpPr txBox="1"/>
          <p:nvPr/>
        </p:nvSpPr>
        <p:spPr>
          <a:xfrm>
            <a:off x="6492240" y="3154680"/>
            <a:ext cx="4846320" cy="365760"/>
          </a:xfrm>
          <a:prstGeom prst="rect">
            <a:avLst/>
          </a:prstGeom>
          <a:noFill/>
          <a:ln/>
        </p:spPr>
        <p:txBody>
          <a:bodyPr wrap="square" lIns="0" tIns="0" rIns="0" bIns="0" rtlCol="0" anchor="t"/>
          <a:lstStyle/>
          <a:p>
            <a:pPr indent="0" marL="0">
              <a:buNone/>
            </a:pPr>
            <a:r>
              <a:rPr lang="en-US" sz="1400" dirty="0">
                <a:solidFill>
                  <a:schemeClr val="tx2"/>
                </a:solidFill>
                <a:latin typeface="Malgun Gothic" pitchFamily="34" charset="0"/>
                <a:ea typeface="Malgun Gothic" pitchFamily="34" charset="-122"/>
                <a:cs typeface="Malgun Gothic" pitchFamily="34" charset="-120"/>
              </a:rPr>
              <a:t>합성 32건 기준 참고값</a:t>
            </a:r>
            <a:endParaRPr lang="en-US" sz="1400" dirty="0"/>
          </a:p>
        </p:txBody>
      </p:sp>
      <p:sp>
        <p:nvSpPr>
          <p:cNvPr id="11" name="프롬프트 공격 점검"/>
          <p:cNvSpPr/>
          <p:nvPr/>
        </p:nvSpPr>
        <p:spPr>
          <a:xfrm>
            <a:off x="548640" y="3886200"/>
            <a:ext cx="5440680" cy="2194560"/>
          </a:xfrm>
          <a:prstGeom prst="roundRect">
            <a:avLst>
              <a:gd name="adj" fmla="val 6250"/>
            </a:avLst>
          </a:prstGeom>
          <a:solidFill>
            <a:schemeClr val="bg2"/>
          </a:solidFill>
          <a:ln w="12700">
            <a:solidFill>
              <a:srgbClr val="2A3550"/>
            </a:solidFill>
            <a:prstDash val="solid"/>
          </a:ln>
        </p:spPr>
      </p:sp>
      <p:sp>
        <p:nvSpPr>
          <p:cNvPr id="12" name="Text 10"/>
          <p:cNvSpPr txBox="1"/>
          <p:nvPr/>
        </p:nvSpPr>
        <p:spPr>
          <a:xfrm>
            <a:off x="868680" y="4114800"/>
            <a:ext cx="4846320" cy="914400"/>
          </a:xfrm>
          <a:prstGeom prst="rect">
            <a:avLst/>
          </a:prstGeom>
          <a:noFill/>
          <a:ln/>
        </p:spPr>
        <p:txBody>
          <a:bodyPr wrap="square" lIns="0" tIns="0" rIns="0" bIns="0" rtlCol="0" anchor="t"/>
          <a:lstStyle/>
          <a:p>
            <a:pPr indent="0" marL="0">
              <a:buNone/>
            </a:pPr>
            <a:r>
              <a:rPr lang="en-US" sz="5400" b="1" dirty="0">
                <a:solidFill>
                  <a:schemeClr val="accent1"/>
                </a:solidFill>
                <a:latin typeface="Malgun Gothic" pitchFamily="34" charset="0"/>
                <a:ea typeface="Malgun Gothic" pitchFamily="34" charset="-122"/>
                <a:cs typeface="Malgun Gothic" pitchFamily="34" charset="-120"/>
              </a:rPr>
              <a:t>26/26</a:t>
            </a:r>
            <a:endParaRPr lang="en-US" sz="5400" dirty="0"/>
          </a:p>
        </p:txBody>
      </p:sp>
      <p:sp>
        <p:nvSpPr>
          <p:cNvPr id="13" name="Text 11"/>
          <p:cNvSpPr txBox="1"/>
          <p:nvPr/>
        </p:nvSpPr>
        <p:spPr>
          <a:xfrm>
            <a:off x="868680" y="5074920"/>
            <a:ext cx="4846320" cy="411480"/>
          </a:xfrm>
          <a:prstGeom prst="rect">
            <a:avLst/>
          </a:prstGeom>
          <a:noFill/>
          <a:ln/>
        </p:spPr>
        <p:txBody>
          <a:bodyPr wrap="square" lIns="0" tIns="0" rIns="0" bIns="0" rtlCol="0" anchor="t"/>
          <a:lstStyle/>
          <a:p>
            <a:pPr indent="0" marL="0">
              <a:buNone/>
            </a:pPr>
            <a:r>
              <a:rPr lang="en-US" sz="2200" b="1" dirty="0">
                <a:solidFill>
                  <a:schemeClr val="tx1"/>
                </a:solidFill>
                <a:latin typeface="Malgun Gothic" pitchFamily="34" charset="0"/>
                <a:ea typeface="Malgun Gothic" pitchFamily="34" charset="-122"/>
                <a:cs typeface="Malgun Gothic" pitchFamily="34" charset="-120"/>
              </a:rPr>
              <a:t>프롬프트 공격 점검</a:t>
            </a:r>
            <a:endParaRPr lang="en-US" sz="2200" dirty="0"/>
          </a:p>
        </p:txBody>
      </p:sp>
      <p:sp>
        <p:nvSpPr>
          <p:cNvPr id="14" name="첫 신고에서 ‘즉시’"/>
          <p:cNvSpPr/>
          <p:nvPr/>
        </p:nvSpPr>
        <p:spPr>
          <a:xfrm>
            <a:off x="6172200" y="3886200"/>
            <a:ext cx="5440680" cy="2194560"/>
          </a:xfrm>
          <a:prstGeom prst="roundRect">
            <a:avLst>
              <a:gd name="adj" fmla="val 6250"/>
            </a:avLst>
          </a:prstGeom>
          <a:solidFill>
            <a:schemeClr val="bg2"/>
          </a:solidFill>
          <a:ln w="12700">
            <a:solidFill>
              <a:srgbClr val="2A3550"/>
            </a:solidFill>
            <a:prstDash val="solid"/>
          </a:ln>
        </p:spPr>
      </p:sp>
      <p:sp>
        <p:nvSpPr>
          <p:cNvPr id="15" name="Text 13"/>
          <p:cNvSpPr txBox="1"/>
          <p:nvPr/>
        </p:nvSpPr>
        <p:spPr>
          <a:xfrm>
            <a:off x="6492240" y="4114800"/>
            <a:ext cx="4846320" cy="914400"/>
          </a:xfrm>
          <a:prstGeom prst="rect">
            <a:avLst/>
          </a:prstGeom>
          <a:noFill/>
          <a:ln/>
        </p:spPr>
        <p:txBody>
          <a:bodyPr wrap="square" lIns="0" tIns="0" rIns="0" bIns="0" rtlCol="0" anchor="t"/>
          <a:lstStyle/>
          <a:p>
            <a:pPr indent="0" marL="0">
              <a:buNone/>
            </a:pPr>
            <a:r>
              <a:rPr lang="en-US" sz="5400" b="1" dirty="0">
                <a:solidFill>
                  <a:schemeClr val="accent1"/>
                </a:solidFill>
                <a:latin typeface="Malgun Gothic" pitchFamily="34" charset="0"/>
                <a:ea typeface="Malgun Gothic" pitchFamily="34" charset="-122"/>
                <a:cs typeface="Malgun Gothic" pitchFamily="34" charset="-120"/>
              </a:rPr>
              <a:t>18:34</a:t>
            </a:r>
            <a:endParaRPr lang="en-US" sz="5400" dirty="0"/>
          </a:p>
        </p:txBody>
      </p:sp>
      <p:sp>
        <p:nvSpPr>
          <p:cNvPr id="16" name="Text 14"/>
          <p:cNvSpPr txBox="1"/>
          <p:nvPr/>
        </p:nvSpPr>
        <p:spPr>
          <a:xfrm>
            <a:off x="6492240" y="5074920"/>
            <a:ext cx="4846320" cy="411480"/>
          </a:xfrm>
          <a:prstGeom prst="rect">
            <a:avLst/>
          </a:prstGeom>
          <a:noFill/>
          <a:ln/>
        </p:spPr>
        <p:txBody>
          <a:bodyPr wrap="square" lIns="0" tIns="0" rIns="0" bIns="0" rtlCol="0" anchor="t"/>
          <a:lstStyle/>
          <a:p>
            <a:pPr indent="0" marL="0">
              <a:buNone/>
            </a:pPr>
            <a:r>
              <a:rPr lang="en-US" sz="2200" b="1" dirty="0">
                <a:solidFill>
                  <a:schemeClr val="tx1"/>
                </a:solidFill>
                <a:latin typeface="Malgun Gothic" pitchFamily="34" charset="0"/>
                <a:ea typeface="Malgun Gothic" pitchFamily="34" charset="-122"/>
                <a:cs typeface="Malgun Gothic" pitchFamily="34" charset="-120"/>
              </a:rPr>
              <a:t>첫 신고에서 ‘즉시’</a:t>
            </a:r>
            <a:endParaRPr lang="en-US" sz="2200" dirty="0"/>
          </a:p>
        </p:txBody>
      </p:sp>
      <p:sp>
        <p:nvSpPr>
          <p:cNvPr id="17" name="Text 15"/>
          <p:cNvSpPr txBox="1"/>
          <p:nvPr/>
        </p:nvSpPr>
        <p:spPr>
          <a:xfrm>
            <a:off x="6492240" y="5532120"/>
            <a:ext cx="4846320" cy="365760"/>
          </a:xfrm>
          <a:prstGeom prst="rect">
            <a:avLst/>
          </a:prstGeom>
          <a:noFill/>
          <a:ln/>
        </p:spPr>
        <p:txBody>
          <a:bodyPr wrap="square" lIns="0" tIns="0" rIns="0" bIns="0" rtlCol="0" anchor="t"/>
          <a:lstStyle/>
          <a:p>
            <a:pPr indent="0" marL="0">
              <a:buNone/>
            </a:pPr>
            <a:r>
              <a:rPr lang="en-US" sz="1400" dirty="0">
                <a:solidFill>
                  <a:schemeClr val="tx2"/>
                </a:solidFill>
                <a:latin typeface="Malgun Gothic" pitchFamily="34" charset="0"/>
                <a:ea typeface="Malgun Gothic" pitchFamily="34" charset="-122"/>
                <a:cs typeface="Malgun Gothic" pitchFamily="34" charset="-120"/>
              </a:rPr>
              <a:t>이태원 112 공개 녹취 시간순 재현 · 규칙 분류</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rPr>
              <a:t>설정만 바꾸면 다른 축제로 옮겨 갑니다</a:t>
            </a:r>
            <a:endParaRPr lang="en-US" sz="3600" dirty="0"/>
          </a:p>
        </p:txBody>
      </p:sp>
      <p:sp>
        <p:nvSpPr>
          <p:cNvPr id="3" name="고객"/>
          <p:cNvSpPr/>
          <p:nvPr/>
        </p:nvSpPr>
        <p:spPr>
          <a:xfrm>
            <a:off x="548640" y="1554480"/>
            <a:ext cx="5120640" cy="4206240"/>
          </a:xfrm>
          <a:prstGeom prst="roundRect">
            <a:avLst>
              <a:gd name="adj" fmla="val 3261"/>
            </a:avLst>
          </a:prstGeom>
          <a:solidFill>
            <a:schemeClr val="bg2"/>
          </a:solidFill>
          <a:ln w="12700">
            <a:solidFill>
              <a:srgbClr val="2A3550"/>
            </a:solidFill>
            <a:prstDash val="solid"/>
          </a:ln>
        </p:spPr>
      </p:sp>
      <p:sp>
        <p:nvSpPr>
          <p:cNvPr id="4" name="Text 2"/>
          <p:cNvSpPr txBox="1"/>
          <p:nvPr/>
        </p:nvSpPr>
        <p:spPr>
          <a:xfrm>
            <a:off x="868680" y="1783080"/>
            <a:ext cx="4572000" cy="365760"/>
          </a:xfrm>
          <a:prstGeom prst="rect">
            <a:avLst/>
          </a:prstGeom>
          <a:noFill/>
          <a:ln/>
        </p:spPr>
        <p:txBody>
          <a:bodyPr wrap="square" lIns="0" tIns="0" rIns="0" bIns="0" rtlCol="0" anchor="t"/>
          <a:lstStyle/>
          <a:p>
            <a:pPr indent="0" marL="0">
              <a:buNone/>
            </a:pPr>
            <a:r>
              <a:rPr lang="en-US" sz="1600" dirty="0">
                <a:solidFill>
                  <a:schemeClr val="tx2"/>
                </a:solidFill>
                <a:latin typeface="Malgun Gothic" pitchFamily="34" charset="0"/>
                <a:ea typeface="Malgun Gothic" pitchFamily="34" charset="-122"/>
                <a:cs typeface="Malgun Gothic" pitchFamily="34" charset="-120"/>
              </a:rPr>
              <a:t>고객</a:t>
            </a:r>
            <a:endParaRPr lang="en-US" sz="1600" dirty="0"/>
          </a:p>
        </p:txBody>
      </p:sp>
      <p:sp>
        <p:nvSpPr>
          <p:cNvPr id="5" name="Text 3"/>
          <p:cNvSpPr txBox="1"/>
          <p:nvPr/>
        </p:nvSpPr>
        <p:spPr>
          <a:xfrm>
            <a:off x="868680" y="2194560"/>
            <a:ext cx="4572000" cy="548640"/>
          </a:xfrm>
          <a:prstGeom prst="rect">
            <a:avLst/>
          </a:prstGeom>
          <a:noFill/>
          <a:ln/>
        </p:spPr>
        <p:txBody>
          <a:bodyPr wrap="square" lIns="0" tIns="0" rIns="0" bIns="0" rtlCol="0" anchor="t"/>
          <a:lstStyle/>
          <a:p>
            <a:pPr indent="0" marL="0">
              <a:buNone/>
            </a:pPr>
            <a:r>
              <a:rPr lang="en-US" sz="2600" b="1" dirty="0">
                <a:solidFill>
                  <a:schemeClr val="tx1"/>
                </a:solidFill>
                <a:latin typeface="Malgun Gothic" pitchFamily="34" charset="0"/>
                <a:ea typeface="Malgun Gothic" pitchFamily="34" charset="-122"/>
                <a:cs typeface="Malgun Gothic" pitchFamily="34" charset="-120"/>
              </a:rPr>
              <a:t>시군 축제 담당 부서</a:t>
            </a:r>
            <a:endParaRPr lang="en-US" sz="2600" dirty="0"/>
          </a:p>
        </p:txBody>
      </p:sp>
      <p:sp>
        <p:nvSpPr>
          <p:cNvPr id="6" name="Text 4"/>
          <p:cNvSpPr txBox="1"/>
          <p:nvPr/>
        </p:nvSpPr>
        <p:spPr>
          <a:xfrm>
            <a:off x="868680" y="3108960"/>
            <a:ext cx="4572000" cy="822960"/>
          </a:xfrm>
          <a:prstGeom prst="rect">
            <a:avLst/>
          </a:prstGeom>
          <a:noFill/>
          <a:ln/>
        </p:spPr>
        <p:txBody>
          <a:bodyPr wrap="square" lIns="0" tIns="0" rIns="0" bIns="0" rtlCol="0" anchor="t"/>
          <a:lstStyle/>
          <a:p>
            <a:pPr indent="0" marL="0">
              <a:buNone/>
            </a:pPr>
            <a:r>
              <a:rPr lang="en-US" sz="4800" b="1" dirty="0">
                <a:solidFill>
                  <a:schemeClr val="accent1"/>
                </a:solidFill>
                <a:latin typeface="Malgun Gothic" pitchFamily="34" charset="0"/>
                <a:ea typeface="Malgun Gothic" pitchFamily="34" charset="-122"/>
                <a:cs typeface="Malgun Gothic" pitchFamily="34" charset="-120"/>
              </a:rPr>
              <a:t>18개 시군</a:t>
            </a:r>
            <a:endParaRPr lang="en-US" sz="4800" dirty="0"/>
          </a:p>
        </p:txBody>
      </p:sp>
      <p:sp>
        <p:nvSpPr>
          <p:cNvPr id="7" name="Text 5"/>
          <p:cNvSpPr txBox="1"/>
          <p:nvPr/>
        </p:nvSpPr>
        <p:spPr>
          <a:xfrm>
            <a:off x="868680" y="4023360"/>
            <a:ext cx="4572000" cy="822960"/>
          </a:xfrm>
          <a:prstGeom prst="rect">
            <a:avLst/>
          </a:prstGeom>
          <a:noFill/>
          <a:ln/>
        </p:spPr>
        <p:txBody>
          <a:bodyPr wrap="square" lIns="0" tIns="0" rIns="0" bIns="0" rtlCol="0" anchor="t"/>
          <a:lstStyle/>
          <a:p>
            <a:pPr indent="0" marL="0">
              <a:buNone/>
            </a:pPr>
            <a:r>
              <a:rPr lang="en-US" sz="4800" b="1" dirty="0">
                <a:solidFill>
                  <a:schemeClr val="accent1"/>
                </a:solidFill>
                <a:latin typeface="Malgun Gothic" pitchFamily="34" charset="0"/>
                <a:ea typeface="Malgun Gothic" pitchFamily="34" charset="-122"/>
                <a:cs typeface="Malgun Gothic" pitchFamily="34" charset="-120"/>
              </a:rPr>
              <a:t>축제 135개</a:t>
            </a:r>
            <a:endParaRPr lang="en-US" sz="4800" dirty="0"/>
          </a:p>
        </p:txBody>
      </p:sp>
      <p:sp>
        <p:nvSpPr>
          <p:cNvPr id="8" name="Text 6"/>
          <p:cNvSpPr txBox="1"/>
          <p:nvPr/>
        </p:nvSpPr>
        <p:spPr>
          <a:xfrm>
            <a:off x="868680" y="5029200"/>
            <a:ext cx="4572000" cy="365760"/>
          </a:xfrm>
          <a:prstGeom prst="rect">
            <a:avLst/>
          </a:prstGeom>
          <a:noFill/>
          <a:ln/>
        </p:spPr>
        <p:txBody>
          <a:bodyPr wrap="square" lIns="0" tIns="0" rIns="0" bIns="0" rtlCol="0" anchor="t"/>
          <a:lstStyle/>
          <a:p>
            <a:pPr indent="0" marL="0">
              <a:buNone/>
            </a:pPr>
            <a:r>
              <a:rPr lang="en-US" sz="1400" dirty="0">
                <a:solidFill>
                  <a:schemeClr val="tx2"/>
                </a:solidFill>
                <a:latin typeface="Malgun Gothic" pitchFamily="34" charset="0"/>
                <a:ea typeface="Malgun Gothic" pitchFamily="34" charset="-122"/>
                <a:cs typeface="Malgun Gothic" pitchFamily="34" charset="-120"/>
              </a:rPr>
              <a:t>경상남도 기준</a:t>
            </a:r>
            <a:endParaRPr lang="en-US" sz="1400" dirty="0"/>
          </a:p>
        </p:txBody>
      </p:sp>
      <p:sp>
        <p:nvSpPr>
          <p:cNvPr id="9" name="Text 7"/>
          <p:cNvSpPr txBox="1"/>
          <p:nvPr/>
        </p:nvSpPr>
        <p:spPr>
          <a:xfrm>
            <a:off x="6217920" y="1691640"/>
            <a:ext cx="548640" cy="548640"/>
          </a:xfrm>
          <a:prstGeom prst="ellipse">
            <a:avLst/>
          </a:prstGeom>
          <a:solidFill>
            <a:srgbClr val="2A3550"/>
          </a:solidFill>
          <a:ln/>
        </p:spPr>
        <p:txBody>
          <a:bodyPr wrap="square" lIns="0" tIns="0" rIns="0" bIns="0" rtlCol="0" anchor="ctr"/>
          <a:lstStyle/>
          <a:p>
            <a:pPr algn="ctr" indent="0" marL="0">
              <a:buNone/>
            </a:pPr>
            <a:r>
              <a:rPr lang="en-US" sz="2000" b="1" dirty="0">
                <a:solidFill>
                  <a:schemeClr val="accent1"/>
                </a:solidFill>
              </a:rPr>
              <a:t>1</a:t>
            </a:r>
            <a:endParaRPr lang="en-US" sz="2000" dirty="0"/>
          </a:p>
        </p:txBody>
      </p:sp>
      <p:sp>
        <p:nvSpPr>
          <p:cNvPr id="10" name="Text 8"/>
          <p:cNvSpPr txBox="1"/>
          <p:nvPr/>
        </p:nvSpPr>
        <p:spPr>
          <a:xfrm>
            <a:off x="6949440" y="1600200"/>
            <a:ext cx="4572000" cy="457200"/>
          </a:xfrm>
          <a:prstGeom prst="rect">
            <a:avLst/>
          </a:prstGeom>
          <a:noFill/>
          <a:ln/>
        </p:spPr>
        <p:txBody>
          <a:bodyPr wrap="square" lIns="0" tIns="0" rIns="0" bIns="0" rtlCol="0" anchor="t"/>
          <a:lstStyle/>
          <a:p>
            <a:pPr indent="0" marL="0">
              <a:buNone/>
            </a:pPr>
            <a:r>
              <a:rPr lang="en-US" sz="2400" b="1" dirty="0">
                <a:solidFill>
                  <a:schemeClr val="tx1"/>
                </a:solidFill>
                <a:latin typeface="Malgun Gothic" pitchFamily="34" charset="0"/>
                <a:ea typeface="Malgun Gothic" pitchFamily="34" charset="-122"/>
                <a:cs typeface="Malgun Gothic" pitchFamily="34" charset="-120"/>
              </a:rPr>
              <a:t>시작</a:t>
            </a:r>
            <a:endParaRPr lang="en-US" sz="2400" dirty="0"/>
          </a:p>
        </p:txBody>
      </p:sp>
      <p:sp>
        <p:nvSpPr>
          <p:cNvPr id="11" name="Text 9"/>
          <p:cNvSpPr txBox="1"/>
          <p:nvPr/>
        </p:nvSpPr>
        <p:spPr>
          <a:xfrm>
            <a:off x="6949440" y="2103120"/>
            <a:ext cx="4754880" cy="457200"/>
          </a:xfrm>
          <a:prstGeom prst="rect">
            <a:avLst/>
          </a:prstGeom>
          <a:noFill/>
          <a:ln/>
        </p:spPr>
        <p:txBody>
          <a:bodyPr wrap="square" lIns="0" tIns="0" rIns="0" bIns="0" rtlCol="0" anchor="t"/>
          <a:lstStyle/>
          <a:p>
            <a:pPr indent="0" marL="0">
              <a:buNone/>
            </a:pPr>
            <a:r>
              <a:rPr lang="en-US" sz="1800" dirty="0">
                <a:solidFill>
                  <a:schemeClr val="accent5"/>
                </a:solidFill>
                <a:latin typeface="Malgun Gothic" pitchFamily="34" charset="0"/>
                <a:ea typeface="Malgun Gothic" pitchFamily="34" charset="-122"/>
                <a:cs typeface="Malgun Gothic" pitchFamily="34" charset="-120"/>
              </a:rPr>
              <a:t>행사 단위 패키지</a:t>
            </a:r>
            <a:endParaRPr lang="en-US" sz="1800" dirty="0"/>
          </a:p>
        </p:txBody>
      </p:sp>
      <p:sp>
        <p:nvSpPr>
          <p:cNvPr id="12" name="Text 10"/>
          <p:cNvSpPr txBox="1"/>
          <p:nvPr/>
        </p:nvSpPr>
        <p:spPr>
          <a:xfrm>
            <a:off x="6217920" y="3063240"/>
            <a:ext cx="548640" cy="548640"/>
          </a:xfrm>
          <a:prstGeom prst="ellipse">
            <a:avLst/>
          </a:prstGeom>
          <a:solidFill>
            <a:srgbClr val="2A3550"/>
          </a:solidFill>
          <a:ln/>
        </p:spPr>
        <p:txBody>
          <a:bodyPr wrap="square" lIns="0" tIns="0" rIns="0" bIns="0" rtlCol="0" anchor="ctr"/>
          <a:lstStyle/>
          <a:p>
            <a:pPr algn="ctr" indent="0" marL="0">
              <a:buNone/>
            </a:pPr>
            <a:r>
              <a:rPr lang="en-US" sz="2000" b="1" dirty="0">
                <a:solidFill>
                  <a:schemeClr val="accent1"/>
                </a:solidFill>
              </a:rPr>
              <a:t>2</a:t>
            </a:r>
            <a:endParaRPr lang="en-US" sz="2000" dirty="0"/>
          </a:p>
        </p:txBody>
      </p:sp>
      <p:sp>
        <p:nvSpPr>
          <p:cNvPr id="13" name="Text 11"/>
          <p:cNvSpPr txBox="1"/>
          <p:nvPr/>
        </p:nvSpPr>
        <p:spPr>
          <a:xfrm>
            <a:off x="6949440" y="2971800"/>
            <a:ext cx="4572000" cy="457200"/>
          </a:xfrm>
          <a:prstGeom prst="rect">
            <a:avLst/>
          </a:prstGeom>
          <a:noFill/>
          <a:ln/>
        </p:spPr>
        <p:txBody>
          <a:bodyPr wrap="square" lIns="0" tIns="0" rIns="0" bIns="0" rtlCol="0" anchor="t"/>
          <a:lstStyle/>
          <a:p>
            <a:pPr indent="0" marL="0">
              <a:buNone/>
            </a:pPr>
            <a:r>
              <a:rPr lang="en-US" sz="2400" b="1" dirty="0">
                <a:solidFill>
                  <a:schemeClr val="tx1"/>
                </a:solidFill>
                <a:latin typeface="Malgun Gothic" pitchFamily="34" charset="0"/>
                <a:ea typeface="Malgun Gothic" pitchFamily="34" charset="-122"/>
                <a:cs typeface="Malgun Gothic" pitchFamily="34" charset="-120"/>
              </a:rPr>
              <a:t>확장</a:t>
            </a:r>
            <a:endParaRPr lang="en-US" sz="2400" dirty="0"/>
          </a:p>
        </p:txBody>
      </p:sp>
      <p:sp>
        <p:nvSpPr>
          <p:cNvPr id="14" name="Text 12"/>
          <p:cNvSpPr txBox="1"/>
          <p:nvPr/>
        </p:nvSpPr>
        <p:spPr>
          <a:xfrm>
            <a:off x="6949440" y="3474720"/>
            <a:ext cx="4754880" cy="457200"/>
          </a:xfrm>
          <a:prstGeom prst="rect">
            <a:avLst/>
          </a:prstGeom>
          <a:noFill/>
          <a:ln/>
        </p:spPr>
        <p:txBody>
          <a:bodyPr wrap="square" lIns="0" tIns="0" rIns="0" bIns="0" rtlCol="0" anchor="t"/>
          <a:lstStyle/>
          <a:p>
            <a:pPr indent="0" marL="0">
              <a:buNone/>
            </a:pPr>
            <a:r>
              <a:rPr lang="en-US" sz="1800" dirty="0">
                <a:solidFill>
                  <a:schemeClr val="accent5"/>
                </a:solidFill>
                <a:latin typeface="Malgun Gothic" pitchFamily="34" charset="0"/>
                <a:ea typeface="Malgun Gothic" pitchFamily="34" charset="-122"/>
                <a:cs typeface="Malgun Gothic" pitchFamily="34" charset="-120"/>
              </a:rPr>
              <a:t>연간 구독 (금액은 실증 후)</a:t>
            </a:r>
            <a:endParaRPr lang="en-US" sz="1800" dirty="0"/>
          </a:p>
        </p:txBody>
      </p:sp>
      <p:sp>
        <p:nvSpPr>
          <p:cNvPr id="15" name="Text 13"/>
          <p:cNvSpPr txBox="1"/>
          <p:nvPr/>
        </p:nvSpPr>
        <p:spPr>
          <a:xfrm>
            <a:off x="6217920" y="4434840"/>
            <a:ext cx="548640" cy="548640"/>
          </a:xfrm>
          <a:prstGeom prst="ellipse">
            <a:avLst/>
          </a:prstGeom>
          <a:solidFill>
            <a:srgbClr val="2A3550"/>
          </a:solidFill>
          <a:ln/>
        </p:spPr>
        <p:txBody>
          <a:bodyPr wrap="square" lIns="0" tIns="0" rIns="0" bIns="0" rtlCol="0" anchor="ctr"/>
          <a:lstStyle/>
          <a:p>
            <a:pPr algn="ctr" indent="0" marL="0">
              <a:buNone/>
            </a:pPr>
            <a:r>
              <a:rPr lang="en-US" sz="2000" b="1" dirty="0">
                <a:solidFill>
                  <a:schemeClr val="accent1"/>
                </a:solidFill>
              </a:rPr>
              <a:t>3</a:t>
            </a:r>
            <a:endParaRPr lang="en-US" sz="2000" dirty="0"/>
          </a:p>
        </p:txBody>
      </p:sp>
      <p:sp>
        <p:nvSpPr>
          <p:cNvPr id="16" name="Text 14"/>
          <p:cNvSpPr txBox="1"/>
          <p:nvPr/>
        </p:nvSpPr>
        <p:spPr>
          <a:xfrm>
            <a:off x="6949440" y="4343400"/>
            <a:ext cx="4572000" cy="457200"/>
          </a:xfrm>
          <a:prstGeom prst="rect">
            <a:avLst/>
          </a:prstGeom>
          <a:noFill/>
          <a:ln/>
        </p:spPr>
        <p:txBody>
          <a:bodyPr wrap="square" lIns="0" tIns="0" rIns="0" bIns="0" rtlCol="0" anchor="t"/>
          <a:lstStyle/>
          <a:p>
            <a:pPr indent="0" marL="0">
              <a:buNone/>
            </a:pPr>
            <a:r>
              <a:rPr lang="en-US" sz="2400" b="1" dirty="0">
                <a:solidFill>
                  <a:schemeClr val="tx1"/>
                </a:solidFill>
                <a:latin typeface="Malgun Gothic" pitchFamily="34" charset="0"/>
                <a:ea typeface="Malgun Gothic" pitchFamily="34" charset="-122"/>
                <a:cs typeface="Malgun Gothic" pitchFamily="34" charset="-120"/>
              </a:rPr>
              <a:t>이관</a:t>
            </a:r>
            <a:endParaRPr lang="en-US" sz="2400" dirty="0"/>
          </a:p>
        </p:txBody>
      </p:sp>
      <p:sp>
        <p:nvSpPr>
          <p:cNvPr id="17" name="Text 15"/>
          <p:cNvSpPr txBox="1"/>
          <p:nvPr/>
        </p:nvSpPr>
        <p:spPr>
          <a:xfrm>
            <a:off x="6949440" y="4846320"/>
            <a:ext cx="4754880" cy="457200"/>
          </a:xfrm>
          <a:prstGeom prst="rect">
            <a:avLst/>
          </a:prstGeom>
          <a:noFill/>
          <a:ln/>
        </p:spPr>
        <p:txBody>
          <a:bodyPr wrap="square" lIns="0" tIns="0" rIns="0" bIns="0" rtlCol="0" anchor="t"/>
          <a:lstStyle/>
          <a:p>
            <a:pPr indent="0" marL="0">
              <a:buNone/>
            </a:pPr>
            <a:r>
              <a:rPr lang="en-US" sz="1800" dirty="0">
                <a:solidFill>
                  <a:schemeClr val="accent5"/>
                </a:solidFill>
                <a:latin typeface="Malgun Gothic" pitchFamily="34" charset="0"/>
                <a:ea typeface="Malgun Gothic" pitchFamily="34" charset="-122"/>
                <a:cs typeface="Malgun Gothic" pitchFamily="34" charset="-120"/>
              </a:rPr>
              <a:t>구역·부서·유형만 설정에서 바꿈</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rPr>
              <a:t>남은 과제와 다음 단계</a:t>
            </a:r>
            <a:endParaRPr lang="en-US" sz="3600" dirty="0"/>
          </a:p>
        </p:txBody>
      </p:sp>
      <p:sp>
        <p:nvSpPr>
          <p:cNvPr id="3" name="합성 데이터로만 검증"/>
          <p:cNvSpPr/>
          <p:nvPr/>
        </p:nvSpPr>
        <p:spPr>
          <a:xfrm>
            <a:off x="548640" y="1554480"/>
            <a:ext cx="5669280" cy="1188720"/>
          </a:xfrm>
          <a:prstGeom prst="roundRect">
            <a:avLst>
              <a:gd name="adj" fmla="val 11538"/>
            </a:avLst>
          </a:prstGeom>
          <a:solidFill>
            <a:schemeClr val="bg2"/>
          </a:solidFill>
          <a:ln w="12700">
            <a:solidFill>
              <a:srgbClr val="2A3550"/>
            </a:solidFill>
            <a:prstDash val="solid"/>
          </a:ln>
        </p:spPr>
      </p:sp>
      <p:sp>
        <p:nvSpPr>
          <p:cNvPr id="4" name="Text 2"/>
          <p:cNvSpPr txBox="1"/>
          <p:nvPr/>
        </p:nvSpPr>
        <p:spPr>
          <a:xfrm>
            <a:off x="868680" y="1737360"/>
            <a:ext cx="5120640" cy="457200"/>
          </a:xfrm>
          <a:prstGeom prst="rect">
            <a:avLst/>
          </a:prstGeom>
          <a:noFill/>
          <a:ln/>
        </p:spPr>
        <p:txBody>
          <a:bodyPr wrap="square" lIns="0" tIns="0" rIns="0" bIns="0" rtlCol="0" anchor="t"/>
          <a:lstStyle/>
          <a:p>
            <a:pPr indent="0" marL="0">
              <a:buNone/>
            </a:pPr>
            <a:r>
              <a:rPr lang="en-US" sz="2200" b="1" dirty="0">
                <a:solidFill>
                  <a:schemeClr val="tx1"/>
                </a:solidFill>
                <a:latin typeface="Malgun Gothic" pitchFamily="34" charset="0"/>
                <a:ea typeface="Malgun Gothic" pitchFamily="34" charset="-122"/>
                <a:cs typeface="Malgun Gothic" pitchFamily="34" charset="-120"/>
              </a:rPr>
              <a:t>합성 데이터로만 검증</a:t>
            </a:r>
            <a:endParaRPr lang="en-US" sz="2200" dirty="0"/>
          </a:p>
        </p:txBody>
      </p:sp>
      <p:sp>
        <p:nvSpPr>
          <p:cNvPr id="5" name="Text 3"/>
          <p:cNvSpPr txBox="1"/>
          <p:nvPr/>
        </p:nvSpPr>
        <p:spPr>
          <a:xfrm>
            <a:off x="868680" y="2240280"/>
            <a:ext cx="5120640" cy="365760"/>
          </a:xfrm>
          <a:prstGeom prst="rect">
            <a:avLst/>
          </a:prstGeom>
          <a:noFill/>
          <a:ln/>
        </p:spPr>
        <p:txBody>
          <a:bodyPr wrap="square" lIns="0" tIns="0" rIns="0" bIns="0" rtlCol="0" anchor="t"/>
          <a:lstStyle/>
          <a:p>
            <a:pPr indent="0" marL="0">
              <a:buNone/>
            </a:pPr>
            <a:r>
              <a:rPr lang="en-US" sz="1600" dirty="0">
                <a:solidFill>
                  <a:schemeClr val="tx2"/>
                </a:solidFill>
                <a:latin typeface="Malgun Gothic" pitchFamily="34" charset="0"/>
                <a:ea typeface="Malgun Gothic" pitchFamily="34" charset="-122"/>
                <a:cs typeface="Malgun Gothic" pitchFamily="34" charset="-120"/>
              </a:rPr>
              <a:t>실제 축제 민원은 아직</a:t>
            </a:r>
            <a:endParaRPr lang="en-US" sz="1600" dirty="0"/>
          </a:p>
        </p:txBody>
      </p:sp>
      <p:sp>
        <p:nvSpPr>
          <p:cNvPr id="6" name="응답 지연 측정 5회"/>
          <p:cNvSpPr/>
          <p:nvPr/>
        </p:nvSpPr>
        <p:spPr>
          <a:xfrm>
            <a:off x="548640" y="2926080"/>
            <a:ext cx="5669280" cy="1188720"/>
          </a:xfrm>
          <a:prstGeom prst="roundRect">
            <a:avLst>
              <a:gd name="adj" fmla="val 11538"/>
            </a:avLst>
          </a:prstGeom>
          <a:solidFill>
            <a:schemeClr val="bg2"/>
          </a:solidFill>
          <a:ln w="12700">
            <a:solidFill>
              <a:srgbClr val="2A3550"/>
            </a:solidFill>
            <a:prstDash val="solid"/>
          </a:ln>
        </p:spPr>
      </p:sp>
      <p:sp>
        <p:nvSpPr>
          <p:cNvPr id="7" name="Text 5"/>
          <p:cNvSpPr txBox="1"/>
          <p:nvPr/>
        </p:nvSpPr>
        <p:spPr>
          <a:xfrm>
            <a:off x="868680" y="3108960"/>
            <a:ext cx="5120640" cy="457200"/>
          </a:xfrm>
          <a:prstGeom prst="rect">
            <a:avLst/>
          </a:prstGeom>
          <a:noFill/>
          <a:ln/>
        </p:spPr>
        <p:txBody>
          <a:bodyPr wrap="square" lIns="0" tIns="0" rIns="0" bIns="0" rtlCol="0" anchor="t"/>
          <a:lstStyle/>
          <a:p>
            <a:pPr indent="0" marL="0">
              <a:buNone/>
            </a:pPr>
            <a:r>
              <a:rPr lang="en-US" sz="2200" b="1" dirty="0">
                <a:solidFill>
                  <a:schemeClr val="tx1"/>
                </a:solidFill>
                <a:latin typeface="Malgun Gothic" pitchFamily="34" charset="0"/>
                <a:ea typeface="Malgun Gothic" pitchFamily="34" charset="-122"/>
                <a:cs typeface="Malgun Gothic" pitchFamily="34" charset="-120"/>
              </a:rPr>
              <a:t>응답 지연 측정 5회</a:t>
            </a:r>
            <a:endParaRPr lang="en-US" sz="2200" dirty="0"/>
          </a:p>
        </p:txBody>
      </p:sp>
      <p:sp>
        <p:nvSpPr>
          <p:cNvPr id="8" name="Text 6"/>
          <p:cNvSpPr txBox="1"/>
          <p:nvPr/>
        </p:nvSpPr>
        <p:spPr>
          <a:xfrm>
            <a:off x="868680" y="3611880"/>
            <a:ext cx="5120640" cy="365760"/>
          </a:xfrm>
          <a:prstGeom prst="rect">
            <a:avLst/>
          </a:prstGeom>
          <a:noFill/>
          <a:ln/>
        </p:spPr>
        <p:txBody>
          <a:bodyPr wrap="square" lIns="0" tIns="0" rIns="0" bIns="0" rtlCol="0" anchor="t"/>
          <a:lstStyle/>
          <a:p>
            <a:pPr indent="0" marL="0">
              <a:buNone/>
            </a:pPr>
            <a:r>
              <a:rPr lang="en-US" sz="1600" dirty="0">
                <a:solidFill>
                  <a:schemeClr val="tx2"/>
                </a:solidFill>
                <a:latin typeface="Malgun Gothic" pitchFamily="34" charset="0"/>
                <a:ea typeface="Malgun Gothic" pitchFamily="34" charset="-122"/>
                <a:cs typeface="Malgun Gothic" pitchFamily="34" charset="-120"/>
              </a:rPr>
              <a:t>더 많은 반복 측정 필요</a:t>
            </a:r>
            <a:endParaRPr lang="en-US" sz="1600" dirty="0"/>
          </a:p>
        </p:txBody>
      </p:sp>
      <p:sp>
        <p:nvSpPr>
          <p:cNvPr id="9" name="관리자 로그인 없음"/>
          <p:cNvSpPr/>
          <p:nvPr/>
        </p:nvSpPr>
        <p:spPr>
          <a:xfrm>
            <a:off x="548640" y="4297680"/>
            <a:ext cx="5669280" cy="1188720"/>
          </a:xfrm>
          <a:prstGeom prst="roundRect">
            <a:avLst>
              <a:gd name="adj" fmla="val 11538"/>
            </a:avLst>
          </a:prstGeom>
          <a:solidFill>
            <a:schemeClr val="bg2"/>
          </a:solidFill>
          <a:ln w="12700">
            <a:solidFill>
              <a:srgbClr val="2A3550"/>
            </a:solidFill>
            <a:prstDash val="solid"/>
          </a:ln>
        </p:spPr>
      </p:sp>
      <p:sp>
        <p:nvSpPr>
          <p:cNvPr id="10" name="Text 8"/>
          <p:cNvSpPr txBox="1"/>
          <p:nvPr/>
        </p:nvSpPr>
        <p:spPr>
          <a:xfrm>
            <a:off x="868680" y="4480560"/>
            <a:ext cx="5120640" cy="457200"/>
          </a:xfrm>
          <a:prstGeom prst="rect">
            <a:avLst/>
          </a:prstGeom>
          <a:noFill/>
          <a:ln/>
        </p:spPr>
        <p:txBody>
          <a:bodyPr wrap="square" lIns="0" tIns="0" rIns="0" bIns="0" rtlCol="0" anchor="t"/>
          <a:lstStyle/>
          <a:p>
            <a:pPr indent="0" marL="0">
              <a:buNone/>
            </a:pPr>
            <a:r>
              <a:rPr lang="en-US" sz="2200" b="1" dirty="0">
                <a:solidFill>
                  <a:schemeClr val="tx1"/>
                </a:solidFill>
                <a:latin typeface="Malgun Gothic" pitchFamily="34" charset="0"/>
                <a:ea typeface="Malgun Gothic" pitchFamily="34" charset="-122"/>
                <a:cs typeface="Malgun Gothic" pitchFamily="34" charset="-120"/>
              </a:rPr>
              <a:t>관리자 로그인 없음</a:t>
            </a:r>
            <a:endParaRPr lang="en-US" sz="2200" dirty="0"/>
          </a:p>
        </p:txBody>
      </p:sp>
      <p:sp>
        <p:nvSpPr>
          <p:cNvPr id="11" name="Text 9"/>
          <p:cNvSpPr txBox="1"/>
          <p:nvPr/>
        </p:nvSpPr>
        <p:spPr>
          <a:xfrm>
            <a:off x="868680" y="4983480"/>
            <a:ext cx="5120640" cy="365760"/>
          </a:xfrm>
          <a:prstGeom prst="rect">
            <a:avLst/>
          </a:prstGeom>
          <a:noFill/>
          <a:ln/>
        </p:spPr>
        <p:txBody>
          <a:bodyPr wrap="square" lIns="0" tIns="0" rIns="0" bIns="0" rtlCol="0" anchor="t"/>
          <a:lstStyle/>
          <a:p>
            <a:pPr indent="0" marL="0">
              <a:buNone/>
            </a:pPr>
            <a:r>
              <a:rPr lang="en-US" sz="1600" dirty="0">
                <a:solidFill>
                  <a:schemeClr val="tx2"/>
                </a:solidFill>
                <a:latin typeface="Malgun Gothic" pitchFamily="34" charset="0"/>
                <a:ea typeface="Malgun Gothic" pitchFamily="34" charset="-122"/>
                <a:cs typeface="Malgun Gothic" pitchFamily="34" charset="-120"/>
              </a:rPr>
              <a:t>운영 전 접근 제어 추가</a:t>
            </a:r>
            <a:endParaRPr lang="en-US" sz="1600" dirty="0"/>
          </a:p>
        </p:txBody>
      </p:sp>
      <p:sp>
        <p:nvSpPr>
          <p:cNvPr id="12" name="다음 단계"/>
          <p:cNvSpPr/>
          <p:nvPr/>
        </p:nvSpPr>
        <p:spPr>
          <a:xfrm>
            <a:off x="6675120" y="1554480"/>
            <a:ext cx="4937760" cy="3931920"/>
          </a:xfrm>
          <a:prstGeom prst="roundRect">
            <a:avLst>
              <a:gd name="adj" fmla="val 3488"/>
            </a:avLst>
          </a:prstGeom>
          <a:solidFill>
            <a:schemeClr val="bg2"/>
          </a:solidFill>
          <a:ln w="12700">
            <a:solidFill>
              <a:srgbClr val="2A3550"/>
            </a:solidFill>
            <a:prstDash val="solid"/>
          </a:ln>
        </p:spPr>
      </p:sp>
      <p:sp>
        <p:nvSpPr>
          <p:cNvPr id="13" name="Text 11"/>
          <p:cNvSpPr txBox="1"/>
          <p:nvPr/>
        </p:nvSpPr>
        <p:spPr>
          <a:xfrm>
            <a:off x="6995160" y="1783080"/>
            <a:ext cx="4389120" cy="365760"/>
          </a:xfrm>
          <a:prstGeom prst="rect">
            <a:avLst/>
          </a:prstGeom>
          <a:noFill/>
          <a:ln/>
        </p:spPr>
        <p:txBody>
          <a:bodyPr wrap="square" lIns="0" tIns="0" rIns="0" bIns="0" rtlCol="0" anchor="t"/>
          <a:lstStyle/>
          <a:p>
            <a:pPr indent="0" marL="0">
              <a:buNone/>
            </a:pPr>
            <a:r>
              <a:rPr lang="en-US" sz="1600" dirty="0">
                <a:solidFill>
                  <a:schemeClr val="tx2"/>
                </a:solidFill>
                <a:latin typeface="Malgun Gothic" pitchFamily="34" charset="0"/>
                <a:ea typeface="Malgun Gothic" pitchFamily="34" charset="-122"/>
                <a:cs typeface="Malgun Gothic" pitchFamily="34" charset="-120"/>
              </a:rPr>
              <a:t>다음 단계</a:t>
            </a:r>
            <a:endParaRPr lang="en-US" sz="1600" dirty="0"/>
          </a:p>
        </p:txBody>
      </p:sp>
      <p:sp>
        <p:nvSpPr>
          <p:cNvPr id="14" name="Text 12"/>
          <p:cNvSpPr txBox="1"/>
          <p:nvPr/>
        </p:nvSpPr>
        <p:spPr>
          <a:xfrm>
            <a:off x="6995160" y="2286000"/>
            <a:ext cx="4389120" cy="1280160"/>
          </a:xfrm>
          <a:prstGeom prst="rect">
            <a:avLst/>
          </a:prstGeom>
          <a:noFill/>
          <a:ln/>
        </p:spPr>
        <p:txBody>
          <a:bodyPr wrap="square" lIns="0" tIns="0" rIns="0" bIns="0" rtlCol="0" anchor="t"/>
          <a:lstStyle/>
          <a:p>
            <a:pPr indent="0" marL="0">
              <a:lnSpc>
                <a:spcPct val="115000"/>
              </a:lnSpc>
              <a:buNone/>
            </a:pPr>
            <a:r>
              <a:rPr lang="en-US" sz="3200" b="1" dirty="0">
                <a:solidFill>
                  <a:schemeClr val="accent1"/>
                </a:solidFill>
                <a:latin typeface="Malgun Gothic" pitchFamily="34" charset="0"/>
                <a:ea typeface="Malgun Gothic" pitchFamily="34" charset="-122"/>
                <a:cs typeface="Malgun Gothic" pitchFamily="34" charset="-120"/>
              </a:rPr>
              <a:t>실제 축제 민원으로</a:t>
            </a:r>
            <a:endParaRPr lang="en-US" sz="3200" dirty="0"/>
          </a:p>
          <a:p>
            <a:pPr indent="0" marL="0">
              <a:lnSpc>
                <a:spcPct val="115000"/>
              </a:lnSpc>
              <a:buNone/>
            </a:pPr>
            <a:r>
              <a:rPr lang="en-US" sz="3200" b="1" dirty="0">
                <a:solidFill>
                  <a:schemeClr val="accent1"/>
                </a:solidFill>
                <a:latin typeface="Malgun Gothic" pitchFamily="34" charset="0"/>
                <a:ea typeface="Malgun Gothic" pitchFamily="34" charset="-122"/>
                <a:cs typeface="Malgun Gothic" pitchFamily="34" charset="-120"/>
              </a:rPr>
              <a:t>다시 검증</a:t>
            </a:r>
            <a:endParaRPr lang="en-US" sz="3200" dirty="0"/>
          </a:p>
        </p:txBody>
      </p:sp>
      <p:sp>
        <p:nvSpPr>
          <p:cNvPr id="15" name="Text 13"/>
          <p:cNvSpPr txBox="1"/>
          <p:nvPr/>
        </p:nvSpPr>
        <p:spPr>
          <a:xfrm>
            <a:off x="6995160" y="3840480"/>
            <a:ext cx="4389120" cy="457200"/>
          </a:xfrm>
          <a:prstGeom prst="rect">
            <a:avLst/>
          </a:prstGeom>
          <a:noFill/>
          <a:ln/>
        </p:spPr>
        <p:txBody>
          <a:bodyPr wrap="square" lIns="0" tIns="0" rIns="0" bIns="0" rtlCol="0" anchor="t"/>
          <a:lstStyle/>
          <a:p>
            <a:pPr indent="0" marL="0">
              <a:buNone/>
            </a:pPr>
            <a:r>
              <a:rPr lang="en-US" sz="2200" dirty="0">
                <a:solidFill>
                  <a:schemeClr val="tx1"/>
                </a:solidFill>
                <a:latin typeface="Malgun Gothic" pitchFamily="34" charset="0"/>
                <a:ea typeface="Malgun Gothic" pitchFamily="34" charset="-122"/>
                <a:cs typeface="Malgun Gothic" pitchFamily="34" charset="-120"/>
              </a:rPr>
              <a:t>그 뒤 시군 축제에서 실증</a:t>
            </a:r>
            <a:endParaRPr lang="en-US" sz="2200" dirty="0"/>
          </a:p>
        </p:txBody>
      </p:sp>
      <p:sp>
        <p:nvSpPr>
          <p:cNvPr id="16" name="Text 14"/>
          <p:cNvSpPr txBox="1"/>
          <p:nvPr/>
        </p:nvSpPr>
        <p:spPr>
          <a:xfrm>
            <a:off x="6995160" y="4754880"/>
            <a:ext cx="4389120" cy="457200"/>
          </a:xfrm>
          <a:prstGeom prst="rect">
            <a:avLst/>
          </a:prstGeom>
          <a:noFill/>
          <a:ln/>
        </p:spPr>
        <p:txBody>
          <a:bodyPr wrap="square" lIns="0" tIns="0" rIns="0" bIns="0" rtlCol="0" anchor="t"/>
          <a:lstStyle/>
          <a:p>
            <a:pPr indent="0" marL="0">
              <a:buNone/>
            </a:pPr>
            <a:r>
              <a:rPr lang="en-US" sz="1800" dirty="0">
                <a:solidFill>
                  <a:schemeClr val="tx2"/>
                </a:solidFill>
                <a:latin typeface="Malgun Gothic" pitchFamily="34" charset="0"/>
                <a:ea typeface="Malgun Gothic" pitchFamily="34" charset="-122"/>
                <a:cs typeface="Malgun Gothic" pitchFamily="34" charset="-120"/>
              </a:rPr>
              <a:t>감사합니다 · 팀 철철철</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Festival Navy">
  <a:themeElements>
    <a:clrScheme name="Festival Navy">
      <a:dk1>
        <a:srgbClr val="F2F5FA"/>
      </a:dk1>
      <a:lt1>
        <a:srgbClr val="0E131C"/>
      </a:lt1>
      <a:dk2>
        <a:srgbClr val="8A94A6"/>
      </a:dk2>
      <a:lt2>
        <a:srgbClr val="141C33"/>
      </a:lt2>
      <a:accent1>
        <a:srgbClr val="5CC8E8"/>
      </a:accent1>
      <a:accent2>
        <a:srgbClr val="A84D00"/>
      </a:accent2>
      <a:accent3>
        <a:srgbClr val="F2C94C"/>
      </a:accent3>
      <a:accent4>
        <a:srgbClr val="2A3550"/>
      </a:accent4>
      <a:accent5>
        <a:srgbClr val="C9D1DE"/>
      </a:accent5>
      <a:accent6>
        <a:srgbClr val="1B2440"/>
      </a:accent6>
      <a:hlink>
        <a:srgbClr val="5CC8E8"/>
      </a:hlink>
      <a:folHlink>
        <a:srgbClr val="8A94A6"/>
      </a:folHlink>
    </a:clrScheme>
    <a:fontScheme name="Festival Navy">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실시간 축제 민원 관제 AI Agent</dc:title>
  <dc:subject>PptxGenJS Presentation</dc:subject>
  <dc:creator>팀 철철철</dc:creator>
  <cp:lastModifiedBy>팀 철철철</cp:lastModifiedBy>
  <cp:revision>1</cp:revision>
  <dcterms:created xsi:type="dcterms:W3CDTF">2026-10-05T21:09:21Z</dcterms:created>
  <dcterms:modified xsi:type="dcterms:W3CDTF">2026-10-05T21:09:21Z</dcterms:modified>
</cp:coreProperties>
</file>